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1"/>
  </p:notesMasterIdLst>
  <p:handoutMasterIdLst>
    <p:handoutMasterId r:id="rId22"/>
  </p:handoutMasterIdLst>
  <p:sldIdLst>
    <p:sldId id="256" r:id="rId5"/>
    <p:sldId id="266" r:id="rId6"/>
    <p:sldId id="287" r:id="rId7"/>
    <p:sldId id="273" r:id="rId8"/>
    <p:sldId id="277" r:id="rId9"/>
    <p:sldId id="278" r:id="rId10"/>
    <p:sldId id="279" r:id="rId11"/>
    <p:sldId id="280" r:id="rId12"/>
    <p:sldId id="281" r:id="rId13"/>
    <p:sldId id="282" r:id="rId14"/>
    <p:sldId id="286" r:id="rId15"/>
    <p:sldId id="283" r:id="rId16"/>
    <p:sldId id="284" r:id="rId17"/>
    <p:sldId id="285" r:id="rId18"/>
    <p:sldId id="275" r:id="rId19"/>
    <p:sldId id="27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1C1DA0-4507-4967-866B-D3FF9573484D}" v="7" dt="2024-06-12T15:28:58.799"/>
  </p1510:revLst>
</p1510:revInfo>
</file>

<file path=ppt/tableStyles.xml><?xml version="1.0" encoding="utf-8"?>
<a:tblStyleLst xmlns:a="http://schemas.openxmlformats.org/drawingml/2006/main" def="{5C22544A-7EE6-4342-B048-85BDC9FD1C3A}">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0" autoAdjust="0"/>
    <p:restoredTop sz="94598" autoAdjust="0"/>
  </p:normalViewPr>
  <p:slideViewPr>
    <p:cSldViewPr snapToGrid="0">
      <p:cViewPr varScale="1">
        <p:scale>
          <a:sx n="59" d="100"/>
          <a:sy n="59" d="100"/>
        </p:scale>
        <p:origin x="1038" y="78"/>
      </p:cViewPr>
      <p:guideLst/>
    </p:cSldViewPr>
  </p:slideViewPr>
  <p:outlineViewPr>
    <p:cViewPr>
      <p:scale>
        <a:sx n="33" d="100"/>
        <a:sy n="33" d="100"/>
      </p:scale>
      <p:origin x="0" y="0"/>
    </p:cViewPr>
  </p:outlineViewPr>
  <p:notesTextViewPr>
    <p:cViewPr>
      <p:scale>
        <a:sx n="1" d="1"/>
        <a:sy n="1" d="1"/>
      </p:scale>
      <p:origin x="0" y="-1110"/>
    </p:cViewPr>
  </p:notesTextViewPr>
  <p:notesViewPr>
    <p:cSldViewPr snapToGrid="0">
      <p:cViewPr varScale="1">
        <p:scale>
          <a:sx n="62" d="100"/>
          <a:sy n="62" d="100"/>
        </p:scale>
        <p:origin x="3154"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j Y" userId="b4999e4eff051454" providerId="LiveId" clId="{6B1C1DA0-4507-4967-866B-D3FF9573484D}"/>
    <pc:docChg chg="custSel addSld delSld modSld">
      <pc:chgData name="Raj Y" userId="b4999e4eff051454" providerId="LiveId" clId="{6B1C1DA0-4507-4967-866B-D3FF9573484D}" dt="2024-06-12T15:29:56.506" v="15"/>
      <pc:docMkLst>
        <pc:docMk/>
      </pc:docMkLst>
      <pc:sldChg chg="modNotesTx">
        <pc:chgData name="Raj Y" userId="b4999e4eff051454" providerId="LiveId" clId="{6B1C1DA0-4507-4967-866B-D3FF9573484D}" dt="2024-06-12T06:13:07.393" v="4"/>
        <pc:sldMkLst>
          <pc:docMk/>
          <pc:sldMk cId="2720718388" sldId="256"/>
        </pc:sldMkLst>
      </pc:sldChg>
      <pc:sldChg chg="modNotesTx">
        <pc:chgData name="Raj Y" userId="b4999e4eff051454" providerId="LiveId" clId="{6B1C1DA0-4507-4967-866B-D3FF9573484D}" dt="2024-06-11T12:40:47.307" v="3"/>
        <pc:sldMkLst>
          <pc:docMk/>
          <pc:sldMk cId="2805428833" sldId="273"/>
        </pc:sldMkLst>
      </pc:sldChg>
      <pc:sldChg chg="addSp delSp add mod">
        <pc:chgData name="Raj Y" userId="b4999e4eff051454" providerId="LiveId" clId="{6B1C1DA0-4507-4967-866B-D3FF9573484D}" dt="2024-06-11T12:40:10.999" v="2" actId="22"/>
        <pc:sldMkLst>
          <pc:docMk/>
          <pc:sldMk cId="1865842778" sldId="286"/>
        </pc:sldMkLst>
        <pc:picChg chg="add">
          <ac:chgData name="Raj Y" userId="b4999e4eff051454" providerId="LiveId" clId="{6B1C1DA0-4507-4967-866B-D3FF9573484D}" dt="2024-06-11T12:40:10.999" v="2" actId="22"/>
          <ac:picMkLst>
            <pc:docMk/>
            <pc:sldMk cId="1865842778" sldId="286"/>
            <ac:picMk id="3" creationId="{A5C9BD17-47BB-F7EA-7C8C-6C4838FCF116}"/>
          </ac:picMkLst>
        </pc:picChg>
        <pc:picChg chg="del">
          <ac:chgData name="Raj Y" userId="b4999e4eff051454" providerId="LiveId" clId="{6B1C1DA0-4507-4967-866B-D3FF9573484D}" dt="2024-06-11T12:40:04.866" v="1" actId="478"/>
          <ac:picMkLst>
            <pc:docMk/>
            <pc:sldMk cId="1865842778" sldId="286"/>
            <ac:picMk id="7170" creationId="{306ABF90-2B1F-68C8-4E23-B651BD8158EE}"/>
          </ac:picMkLst>
        </pc:picChg>
      </pc:sldChg>
      <pc:sldChg chg="addSp delSp modSp add mod modNotesTx">
        <pc:chgData name="Raj Y" userId="b4999e4eff051454" providerId="LiveId" clId="{6B1C1DA0-4507-4967-866B-D3FF9573484D}" dt="2024-06-12T15:29:56.506" v="15"/>
        <pc:sldMkLst>
          <pc:docMk/>
          <pc:sldMk cId="2676224197" sldId="287"/>
        </pc:sldMkLst>
        <pc:spChg chg="del mod">
          <ac:chgData name="Raj Y" userId="b4999e4eff051454" providerId="LiveId" clId="{6B1C1DA0-4507-4967-866B-D3FF9573484D}" dt="2024-06-12T15:28:52.655" v="10" actId="478"/>
          <ac:spMkLst>
            <pc:docMk/>
            <pc:sldMk cId="2676224197" sldId="287"/>
            <ac:spMk id="14" creationId="{61A6601B-A3E2-47A2-B731-4FE03C43E2B0}"/>
          </ac:spMkLst>
        </pc:spChg>
        <pc:graphicFrameChg chg="add mod">
          <ac:chgData name="Raj Y" userId="b4999e4eff051454" providerId="LiveId" clId="{6B1C1DA0-4507-4967-866B-D3FF9573484D}" dt="2024-06-12T15:28:58.799" v="11"/>
          <ac:graphicFrameMkLst>
            <pc:docMk/>
            <pc:sldMk cId="2676224197" sldId="287"/>
            <ac:graphicFrameMk id="2" creationId="{4E398CA0-7FF5-796F-F9FB-715854417A76}"/>
          </ac:graphicFrameMkLst>
        </pc:graphicFrameChg>
        <pc:picChg chg="del">
          <ac:chgData name="Raj Y" userId="b4999e4eff051454" providerId="LiveId" clId="{6B1C1DA0-4507-4967-866B-D3FF9573484D}" dt="2024-06-12T15:28:46.876" v="8" actId="478"/>
          <ac:picMkLst>
            <pc:docMk/>
            <pc:sldMk cId="2676224197" sldId="287"/>
            <ac:picMk id="1026" creationId="{822070D3-EACA-5F0D-4964-0CD3E1F351FA}"/>
          </ac:picMkLst>
        </pc:picChg>
      </pc:sldChg>
      <pc:sldChg chg="add del">
        <pc:chgData name="Raj Y" userId="b4999e4eff051454" providerId="LiveId" clId="{6B1C1DA0-4507-4967-866B-D3FF9573484D}" dt="2024-06-12T15:28:39.494" v="6"/>
        <pc:sldMkLst>
          <pc:docMk/>
          <pc:sldMk cId="3066378964" sldId="287"/>
        </pc:sldMkLst>
      </pc:sldChg>
    </pc:docChg>
  </pc:docChgLst>
  <pc:docChgLst>
    <pc:chgData name="Raj Y" userId="b4999e4eff051454" providerId="LiveId" clId="{B797D0BB-72A1-4609-97D1-122F1FCC5AA0}"/>
    <pc:docChg chg="undo custSel addSld delSld modSld">
      <pc:chgData name="Raj Y" userId="b4999e4eff051454" providerId="LiveId" clId="{B797D0BB-72A1-4609-97D1-122F1FCC5AA0}" dt="2024-05-23T15:30:28.104" v="338" actId="20577"/>
      <pc:docMkLst>
        <pc:docMk/>
      </pc:docMkLst>
      <pc:sldChg chg="modSp mod">
        <pc:chgData name="Raj Y" userId="b4999e4eff051454" providerId="LiveId" clId="{B797D0BB-72A1-4609-97D1-122F1FCC5AA0}" dt="2024-05-23T12:10:09.270" v="37" actId="20577"/>
        <pc:sldMkLst>
          <pc:docMk/>
          <pc:sldMk cId="2720718388" sldId="256"/>
        </pc:sldMkLst>
        <pc:spChg chg="mod">
          <ac:chgData name="Raj Y" userId="b4999e4eff051454" providerId="LiveId" clId="{B797D0BB-72A1-4609-97D1-122F1FCC5AA0}" dt="2024-05-23T12:10:09.270" v="37" actId="20577"/>
          <ac:spMkLst>
            <pc:docMk/>
            <pc:sldMk cId="2720718388" sldId="256"/>
            <ac:spMk id="7" creationId="{98D150CF-F888-48EA-89E8-311ED5E9161B}"/>
          </ac:spMkLst>
        </pc:spChg>
      </pc:sldChg>
      <pc:sldChg chg="del">
        <pc:chgData name="Raj Y" userId="b4999e4eff051454" providerId="LiveId" clId="{B797D0BB-72A1-4609-97D1-122F1FCC5AA0}" dt="2024-05-23T12:06:57.328" v="0" actId="47"/>
        <pc:sldMkLst>
          <pc:docMk/>
          <pc:sldMk cId="2826028905" sldId="263"/>
        </pc:sldMkLst>
      </pc:sldChg>
      <pc:sldChg chg="delSp modSp mod">
        <pc:chgData name="Raj Y" userId="b4999e4eff051454" providerId="LiveId" clId="{B797D0BB-72A1-4609-97D1-122F1FCC5AA0}" dt="2024-05-23T15:28:05.817" v="312" actId="478"/>
        <pc:sldMkLst>
          <pc:docMk/>
          <pc:sldMk cId="2106347884" sldId="266"/>
        </pc:sldMkLst>
        <pc:spChg chg="mod">
          <ac:chgData name="Raj Y" userId="b4999e4eff051454" providerId="LiveId" clId="{B797D0BB-72A1-4609-97D1-122F1FCC5AA0}" dt="2024-05-23T12:12:03.753" v="119" actId="255"/>
          <ac:spMkLst>
            <pc:docMk/>
            <pc:sldMk cId="2106347884" sldId="266"/>
            <ac:spMk id="18" creationId="{87F2C169-25EA-4609-BC8A-BCA7C433EEE4}"/>
          </ac:spMkLst>
        </pc:spChg>
        <pc:spChg chg="del">
          <ac:chgData name="Raj Y" userId="b4999e4eff051454" providerId="LiveId" clId="{B797D0BB-72A1-4609-97D1-122F1FCC5AA0}" dt="2024-05-23T15:28:05.817" v="312" actId="478"/>
          <ac:spMkLst>
            <pc:docMk/>
            <pc:sldMk cId="2106347884" sldId="266"/>
            <ac:spMk id="19" creationId="{CE93697D-BFA2-4D84-A860-BA620414419D}"/>
          </ac:spMkLst>
        </pc:spChg>
      </pc:sldChg>
      <pc:sldChg chg="del">
        <pc:chgData name="Raj Y" userId="b4999e4eff051454" providerId="LiveId" clId="{B797D0BB-72A1-4609-97D1-122F1FCC5AA0}" dt="2024-05-23T12:06:57.328" v="0" actId="47"/>
        <pc:sldMkLst>
          <pc:docMk/>
          <pc:sldMk cId="1074753820" sldId="267"/>
        </pc:sldMkLst>
      </pc:sldChg>
      <pc:sldChg chg="del">
        <pc:chgData name="Raj Y" userId="b4999e4eff051454" providerId="LiveId" clId="{B797D0BB-72A1-4609-97D1-122F1FCC5AA0}" dt="2024-05-23T12:06:57.328" v="0" actId="47"/>
        <pc:sldMkLst>
          <pc:docMk/>
          <pc:sldMk cId="283486139" sldId="268"/>
        </pc:sldMkLst>
      </pc:sldChg>
      <pc:sldChg chg="del">
        <pc:chgData name="Raj Y" userId="b4999e4eff051454" providerId="LiveId" clId="{B797D0BB-72A1-4609-97D1-122F1FCC5AA0}" dt="2024-05-23T12:06:57.328" v="0" actId="47"/>
        <pc:sldMkLst>
          <pc:docMk/>
          <pc:sldMk cId="434641259" sldId="269"/>
        </pc:sldMkLst>
      </pc:sldChg>
      <pc:sldChg chg="del">
        <pc:chgData name="Raj Y" userId="b4999e4eff051454" providerId="LiveId" clId="{B797D0BB-72A1-4609-97D1-122F1FCC5AA0}" dt="2024-05-23T12:06:57.328" v="0" actId="47"/>
        <pc:sldMkLst>
          <pc:docMk/>
          <pc:sldMk cId="3386475026" sldId="270"/>
        </pc:sldMkLst>
      </pc:sldChg>
      <pc:sldChg chg="del">
        <pc:chgData name="Raj Y" userId="b4999e4eff051454" providerId="LiveId" clId="{B797D0BB-72A1-4609-97D1-122F1FCC5AA0}" dt="2024-05-23T12:06:57.328" v="0" actId="47"/>
        <pc:sldMkLst>
          <pc:docMk/>
          <pc:sldMk cId="2605548233" sldId="271"/>
        </pc:sldMkLst>
      </pc:sldChg>
      <pc:sldChg chg="del">
        <pc:chgData name="Raj Y" userId="b4999e4eff051454" providerId="LiveId" clId="{B797D0BB-72A1-4609-97D1-122F1FCC5AA0}" dt="2024-05-23T12:06:57.328" v="0" actId="47"/>
        <pc:sldMkLst>
          <pc:docMk/>
          <pc:sldMk cId="973145793" sldId="272"/>
        </pc:sldMkLst>
      </pc:sldChg>
      <pc:sldChg chg="addSp delSp modSp mod">
        <pc:chgData name="Raj Y" userId="b4999e4eff051454" providerId="LiveId" clId="{B797D0BB-72A1-4609-97D1-122F1FCC5AA0}" dt="2024-05-23T12:21:10.180" v="165" actId="478"/>
        <pc:sldMkLst>
          <pc:docMk/>
          <pc:sldMk cId="2805428833" sldId="273"/>
        </pc:sldMkLst>
        <pc:spChg chg="add del mod">
          <ac:chgData name="Raj Y" userId="b4999e4eff051454" providerId="LiveId" clId="{B797D0BB-72A1-4609-97D1-122F1FCC5AA0}" dt="2024-05-23T12:20:17.382" v="122" actId="478"/>
          <ac:spMkLst>
            <pc:docMk/>
            <pc:sldMk cId="2805428833" sldId="273"/>
            <ac:spMk id="5" creationId="{BD7FE909-5FA9-6473-E68F-1C6CBA73EDCC}"/>
          </ac:spMkLst>
        </pc:spChg>
        <pc:spChg chg="del">
          <ac:chgData name="Raj Y" userId="b4999e4eff051454" providerId="LiveId" clId="{B797D0BB-72A1-4609-97D1-122F1FCC5AA0}" dt="2024-05-23T12:21:10.180" v="165" actId="478"/>
          <ac:spMkLst>
            <pc:docMk/>
            <pc:sldMk cId="2805428833" sldId="273"/>
            <ac:spMk id="6" creationId="{6EF65B39-4112-473E-B203-73AC0F564D47}"/>
          </ac:spMkLst>
        </pc:spChg>
        <pc:spChg chg="del">
          <ac:chgData name="Raj Y" userId="b4999e4eff051454" providerId="LiveId" clId="{B797D0BB-72A1-4609-97D1-122F1FCC5AA0}" dt="2024-05-23T12:20:58.296" v="162" actId="478"/>
          <ac:spMkLst>
            <pc:docMk/>
            <pc:sldMk cId="2805428833" sldId="273"/>
            <ac:spMk id="7" creationId="{C4A3939E-B573-4FB2-AD69-18C1A75F947B}"/>
          </ac:spMkLst>
        </pc:spChg>
        <pc:spChg chg="add del mod">
          <ac:chgData name="Raj Y" userId="b4999e4eff051454" providerId="LiveId" clId="{B797D0BB-72A1-4609-97D1-122F1FCC5AA0}" dt="2024-05-23T12:20:21.025" v="124" actId="478"/>
          <ac:spMkLst>
            <pc:docMk/>
            <pc:sldMk cId="2805428833" sldId="273"/>
            <ac:spMk id="10" creationId="{1B07DEA9-B55F-D3F7-CE16-E533C980FCD7}"/>
          </ac:spMkLst>
        </pc:spChg>
        <pc:spChg chg="add del mod">
          <ac:chgData name="Raj Y" userId="b4999e4eff051454" providerId="LiveId" clId="{B797D0BB-72A1-4609-97D1-122F1FCC5AA0}" dt="2024-05-23T12:20:25.590" v="126" actId="478"/>
          <ac:spMkLst>
            <pc:docMk/>
            <pc:sldMk cId="2805428833" sldId="273"/>
            <ac:spMk id="12" creationId="{7E269F00-E9EC-FEF8-F8C9-958EA4AD64B6}"/>
          </ac:spMkLst>
        </pc:spChg>
        <pc:spChg chg="del">
          <ac:chgData name="Raj Y" userId="b4999e4eff051454" providerId="LiveId" clId="{B797D0BB-72A1-4609-97D1-122F1FCC5AA0}" dt="2024-05-23T12:20:13.849" v="121" actId="478"/>
          <ac:spMkLst>
            <pc:docMk/>
            <pc:sldMk cId="2805428833" sldId="273"/>
            <ac:spMk id="13" creationId="{ABAEE544-8FB3-4E56-91A9-A6964539DCB7}"/>
          </ac:spMkLst>
        </pc:spChg>
        <pc:spChg chg="mod">
          <ac:chgData name="Raj Y" userId="b4999e4eff051454" providerId="LiveId" clId="{B797D0BB-72A1-4609-97D1-122F1FCC5AA0}" dt="2024-05-23T12:20:39.133" v="158" actId="20577"/>
          <ac:spMkLst>
            <pc:docMk/>
            <pc:sldMk cId="2805428833" sldId="273"/>
            <ac:spMk id="14" creationId="{61A6601B-A3E2-47A2-B731-4FE03C43E2B0}"/>
          </ac:spMkLst>
        </pc:spChg>
        <pc:spChg chg="del">
          <ac:chgData name="Raj Y" userId="b4999e4eff051454" providerId="LiveId" clId="{B797D0BB-72A1-4609-97D1-122F1FCC5AA0}" dt="2024-05-23T12:20:19.041" v="123" actId="478"/>
          <ac:spMkLst>
            <pc:docMk/>
            <pc:sldMk cId="2805428833" sldId="273"/>
            <ac:spMk id="15" creationId="{A13BE1C0-386B-47CB-BDCE-A24D9918AEEF}"/>
          </ac:spMkLst>
        </pc:spChg>
        <pc:spChg chg="del">
          <ac:chgData name="Raj Y" userId="b4999e4eff051454" providerId="LiveId" clId="{B797D0BB-72A1-4609-97D1-122F1FCC5AA0}" dt="2024-05-23T12:20:23.230" v="125" actId="478"/>
          <ac:spMkLst>
            <pc:docMk/>
            <pc:sldMk cId="2805428833" sldId="273"/>
            <ac:spMk id="16" creationId="{1ADD5DF7-575E-4C10-815E-CDBBFAB583BF}"/>
          </ac:spMkLst>
        </pc:spChg>
        <pc:spChg chg="mod">
          <ac:chgData name="Raj Y" userId="b4999e4eff051454" providerId="LiveId" clId="{B797D0BB-72A1-4609-97D1-122F1FCC5AA0}" dt="2024-05-23T12:19:53.971" v="120"/>
          <ac:spMkLst>
            <pc:docMk/>
            <pc:sldMk cId="2805428833" sldId="273"/>
            <ac:spMk id="33" creationId="{2D22322F-E79D-4BEF-8038-DE2C8F5CCA40}"/>
          </ac:spMkLst>
        </pc:spChg>
        <pc:picChg chg="add mod">
          <ac:chgData name="Raj Y" userId="b4999e4eff051454" providerId="LiveId" clId="{B797D0BB-72A1-4609-97D1-122F1FCC5AA0}" dt="2024-05-23T12:21:05.325" v="164" actId="14100"/>
          <ac:picMkLst>
            <pc:docMk/>
            <pc:sldMk cId="2805428833" sldId="273"/>
            <ac:picMk id="1026" creationId="{822070D3-EACA-5F0D-4964-0CD3E1F351FA}"/>
          </ac:picMkLst>
        </pc:picChg>
      </pc:sldChg>
      <pc:sldChg chg="del">
        <pc:chgData name="Raj Y" userId="b4999e4eff051454" providerId="LiveId" clId="{B797D0BB-72A1-4609-97D1-122F1FCC5AA0}" dt="2024-05-23T15:26:51.699" v="304" actId="47"/>
        <pc:sldMkLst>
          <pc:docMk/>
          <pc:sldMk cId="338249949" sldId="274"/>
        </pc:sldMkLst>
      </pc:sldChg>
      <pc:sldChg chg="addSp delSp modSp mod">
        <pc:chgData name="Raj Y" userId="b4999e4eff051454" providerId="LiveId" clId="{B797D0BB-72A1-4609-97D1-122F1FCC5AA0}" dt="2024-05-23T15:30:28.104" v="338" actId="20577"/>
        <pc:sldMkLst>
          <pc:docMk/>
          <pc:sldMk cId="4039808263" sldId="275"/>
        </pc:sldMkLst>
        <pc:spChg chg="add mod">
          <ac:chgData name="Raj Y" userId="b4999e4eff051454" providerId="LiveId" clId="{B797D0BB-72A1-4609-97D1-122F1FCC5AA0}" dt="2024-05-23T15:30:28.104" v="338" actId="20577"/>
          <ac:spMkLst>
            <pc:docMk/>
            <pc:sldMk cId="4039808263" sldId="275"/>
            <ac:spMk id="2" creationId="{6A85B56D-EB85-963F-E8B9-193D8E041B87}"/>
          </ac:spMkLst>
        </pc:spChg>
        <pc:spChg chg="mod">
          <ac:chgData name="Raj Y" userId="b4999e4eff051454" providerId="LiveId" clId="{B797D0BB-72A1-4609-97D1-122F1FCC5AA0}" dt="2024-05-23T15:27:01.670" v="305" actId="6549"/>
          <ac:spMkLst>
            <pc:docMk/>
            <pc:sldMk cId="4039808263" sldId="275"/>
            <ac:spMk id="10" creationId="{C69C1BDB-253B-4642-94A7-F84048E562F7}"/>
          </ac:spMkLst>
        </pc:spChg>
        <pc:spChg chg="del">
          <ac:chgData name="Raj Y" userId="b4999e4eff051454" providerId="LiveId" clId="{B797D0BB-72A1-4609-97D1-122F1FCC5AA0}" dt="2024-05-23T15:27:26.969" v="308" actId="478"/>
          <ac:spMkLst>
            <pc:docMk/>
            <pc:sldMk cId="4039808263" sldId="275"/>
            <ac:spMk id="15" creationId="{1AEB8108-A042-4614-9BE5-EA75E8653D79}"/>
          </ac:spMkLst>
        </pc:spChg>
        <pc:spChg chg="del">
          <ac:chgData name="Raj Y" userId="b4999e4eff051454" providerId="LiveId" clId="{B797D0BB-72A1-4609-97D1-122F1FCC5AA0}" dt="2024-05-23T15:27:30.842" v="309" actId="478"/>
          <ac:spMkLst>
            <pc:docMk/>
            <pc:sldMk cId="4039808263" sldId="275"/>
            <ac:spMk id="17" creationId="{3F88522D-FC32-4BD0-B916-ED439025B734}"/>
          </ac:spMkLst>
        </pc:spChg>
      </pc:sldChg>
      <pc:sldChg chg="delSp mod">
        <pc:chgData name="Raj Y" userId="b4999e4eff051454" providerId="LiveId" clId="{B797D0BB-72A1-4609-97D1-122F1FCC5AA0}" dt="2024-05-23T15:27:20.762" v="307" actId="478"/>
        <pc:sldMkLst>
          <pc:docMk/>
          <pc:sldMk cId="767611276" sldId="276"/>
        </pc:sldMkLst>
        <pc:spChg chg="del">
          <ac:chgData name="Raj Y" userId="b4999e4eff051454" providerId="LiveId" clId="{B797D0BB-72A1-4609-97D1-122F1FCC5AA0}" dt="2024-05-23T15:27:16.595" v="306" actId="478"/>
          <ac:spMkLst>
            <pc:docMk/>
            <pc:sldMk cId="767611276" sldId="276"/>
            <ac:spMk id="5" creationId="{4DBAEA19-91BF-48E8-A1D4-8FB745EA44D0}"/>
          </ac:spMkLst>
        </pc:spChg>
        <pc:spChg chg="del">
          <ac:chgData name="Raj Y" userId="b4999e4eff051454" providerId="LiveId" clId="{B797D0BB-72A1-4609-97D1-122F1FCC5AA0}" dt="2024-05-23T15:27:20.762" v="307" actId="478"/>
          <ac:spMkLst>
            <pc:docMk/>
            <pc:sldMk cId="767611276" sldId="276"/>
            <ac:spMk id="6" creationId="{9E887279-B48F-43C3-91FA-09BD7EA33A25}"/>
          </ac:spMkLst>
        </pc:spChg>
      </pc:sldChg>
      <pc:sldChg chg="addSp delSp modSp add mod">
        <pc:chgData name="Raj Y" userId="b4999e4eff051454" providerId="LiveId" clId="{B797D0BB-72A1-4609-97D1-122F1FCC5AA0}" dt="2024-05-23T12:22:30.323" v="174" actId="14100"/>
        <pc:sldMkLst>
          <pc:docMk/>
          <pc:sldMk cId="1930953048" sldId="277"/>
        </pc:sldMkLst>
        <pc:spChg chg="add del mod">
          <ac:chgData name="Raj Y" userId="b4999e4eff051454" providerId="LiveId" clId="{B797D0BB-72A1-4609-97D1-122F1FCC5AA0}" dt="2024-05-23T12:22:26.957" v="173" actId="478"/>
          <ac:spMkLst>
            <pc:docMk/>
            <pc:sldMk cId="1930953048" sldId="277"/>
            <ac:spMk id="3" creationId="{5A238ADB-8C87-CD8D-2FE0-BC4FE0CC5D4B}"/>
          </ac:spMkLst>
        </pc:spChg>
        <pc:spChg chg="del">
          <ac:chgData name="Raj Y" userId="b4999e4eff051454" providerId="LiveId" clId="{B797D0BB-72A1-4609-97D1-122F1FCC5AA0}" dt="2024-05-23T12:22:23.277" v="172" actId="478"/>
          <ac:spMkLst>
            <pc:docMk/>
            <pc:sldMk cId="1930953048" sldId="277"/>
            <ac:spMk id="14" creationId="{61A6601B-A3E2-47A2-B731-4FE03C43E2B0}"/>
          </ac:spMkLst>
        </pc:spChg>
        <pc:picChg chg="mod">
          <ac:chgData name="Raj Y" userId="b4999e4eff051454" providerId="LiveId" clId="{B797D0BB-72A1-4609-97D1-122F1FCC5AA0}" dt="2024-05-23T12:22:15.660" v="171" actId="14100"/>
          <ac:picMkLst>
            <pc:docMk/>
            <pc:sldMk cId="1930953048" sldId="277"/>
            <ac:picMk id="1026" creationId="{822070D3-EACA-5F0D-4964-0CD3E1F351FA}"/>
          </ac:picMkLst>
        </pc:picChg>
        <pc:picChg chg="add mod">
          <ac:chgData name="Raj Y" userId="b4999e4eff051454" providerId="LiveId" clId="{B797D0BB-72A1-4609-97D1-122F1FCC5AA0}" dt="2024-05-23T12:22:30.323" v="174" actId="14100"/>
          <ac:picMkLst>
            <pc:docMk/>
            <pc:sldMk cId="1930953048" sldId="277"/>
            <ac:picMk id="2050" creationId="{9CB87296-C90C-9525-B8EC-E9F96F94D6DF}"/>
          </ac:picMkLst>
        </pc:picChg>
      </pc:sldChg>
      <pc:sldChg chg="addSp delSp modSp add mod modNotesTx">
        <pc:chgData name="Raj Y" userId="b4999e4eff051454" providerId="LiveId" clId="{B797D0BB-72A1-4609-97D1-122F1FCC5AA0}" dt="2024-05-23T12:24:51.185" v="185"/>
        <pc:sldMkLst>
          <pc:docMk/>
          <pc:sldMk cId="1726365440" sldId="278"/>
        </pc:sldMkLst>
        <pc:spChg chg="add del mod">
          <ac:chgData name="Raj Y" userId="b4999e4eff051454" providerId="LiveId" clId="{B797D0BB-72A1-4609-97D1-122F1FCC5AA0}" dt="2024-05-23T12:24:13.830" v="179" actId="478"/>
          <ac:spMkLst>
            <pc:docMk/>
            <pc:sldMk cId="1726365440" sldId="278"/>
            <ac:spMk id="3" creationId="{7B1353E4-E8D3-F0A4-E9F7-317D03FF3EB4}"/>
          </ac:spMkLst>
        </pc:spChg>
        <pc:spChg chg="del">
          <ac:chgData name="Raj Y" userId="b4999e4eff051454" providerId="LiveId" clId="{B797D0BB-72A1-4609-97D1-122F1FCC5AA0}" dt="2024-05-23T12:24:10.716" v="178" actId="478"/>
          <ac:spMkLst>
            <pc:docMk/>
            <pc:sldMk cId="1726365440" sldId="278"/>
            <ac:spMk id="14" creationId="{61A6601B-A3E2-47A2-B731-4FE03C43E2B0}"/>
          </ac:spMkLst>
        </pc:spChg>
        <pc:picChg chg="del mod">
          <ac:chgData name="Raj Y" userId="b4999e4eff051454" providerId="LiveId" clId="{B797D0BB-72A1-4609-97D1-122F1FCC5AA0}" dt="2024-05-23T12:24:33.084" v="184" actId="478"/>
          <ac:picMkLst>
            <pc:docMk/>
            <pc:sldMk cId="1726365440" sldId="278"/>
            <ac:picMk id="1026" creationId="{822070D3-EACA-5F0D-4964-0CD3E1F351FA}"/>
          </ac:picMkLst>
        </pc:picChg>
        <pc:picChg chg="add mod">
          <ac:chgData name="Raj Y" userId="b4999e4eff051454" providerId="LiveId" clId="{B797D0BB-72A1-4609-97D1-122F1FCC5AA0}" dt="2024-05-23T12:24:27.412" v="183" actId="14100"/>
          <ac:picMkLst>
            <pc:docMk/>
            <pc:sldMk cId="1726365440" sldId="278"/>
            <ac:picMk id="3074" creationId="{73A99121-890B-A2B5-63D3-7DAB8731C1AB}"/>
          </ac:picMkLst>
        </pc:picChg>
      </pc:sldChg>
      <pc:sldChg chg="addSp delSp modSp add modNotesTx">
        <pc:chgData name="Raj Y" userId="b4999e4eff051454" providerId="LiveId" clId="{B797D0BB-72A1-4609-97D1-122F1FCC5AA0}" dt="2024-05-23T12:31:43.507" v="209" actId="6549"/>
        <pc:sldMkLst>
          <pc:docMk/>
          <pc:sldMk cId="3317265759" sldId="279"/>
        </pc:sldMkLst>
        <pc:picChg chg="del">
          <ac:chgData name="Raj Y" userId="b4999e4eff051454" providerId="LiveId" clId="{B797D0BB-72A1-4609-97D1-122F1FCC5AA0}" dt="2024-05-23T12:26:06.372" v="187" actId="478"/>
          <ac:picMkLst>
            <pc:docMk/>
            <pc:sldMk cId="3317265759" sldId="279"/>
            <ac:picMk id="3074" creationId="{73A99121-890B-A2B5-63D3-7DAB8731C1AB}"/>
          </ac:picMkLst>
        </pc:picChg>
        <pc:picChg chg="add mod">
          <ac:chgData name="Raj Y" userId="b4999e4eff051454" providerId="LiveId" clId="{B797D0BB-72A1-4609-97D1-122F1FCC5AA0}" dt="2024-05-23T12:26:27.809" v="192" actId="14100"/>
          <ac:picMkLst>
            <pc:docMk/>
            <pc:sldMk cId="3317265759" sldId="279"/>
            <ac:picMk id="4098" creationId="{14159F4B-2788-FD1A-A7AD-F5A6094498CD}"/>
          </ac:picMkLst>
        </pc:picChg>
      </pc:sldChg>
      <pc:sldChg chg="addSp delSp modSp add modNotesTx">
        <pc:chgData name="Raj Y" userId="b4999e4eff051454" providerId="LiveId" clId="{B797D0BB-72A1-4609-97D1-122F1FCC5AA0}" dt="2024-05-23T12:31:39.898" v="208" actId="6549"/>
        <pc:sldMkLst>
          <pc:docMk/>
          <pc:sldMk cId="3808954784" sldId="280"/>
        </pc:sldMkLst>
        <pc:picChg chg="del">
          <ac:chgData name="Raj Y" userId="b4999e4eff051454" providerId="LiveId" clId="{B797D0BB-72A1-4609-97D1-122F1FCC5AA0}" dt="2024-05-23T12:26:47.237" v="194" actId="478"/>
          <ac:picMkLst>
            <pc:docMk/>
            <pc:sldMk cId="3808954784" sldId="280"/>
            <ac:picMk id="4098" creationId="{14159F4B-2788-FD1A-A7AD-F5A6094498CD}"/>
          </ac:picMkLst>
        </pc:picChg>
        <pc:picChg chg="add mod">
          <ac:chgData name="Raj Y" userId="b4999e4eff051454" providerId="LiveId" clId="{B797D0BB-72A1-4609-97D1-122F1FCC5AA0}" dt="2024-05-23T12:27:03.900" v="199" actId="14100"/>
          <ac:picMkLst>
            <pc:docMk/>
            <pc:sldMk cId="3808954784" sldId="280"/>
            <ac:picMk id="5122" creationId="{B758E35B-915E-33B4-FCC4-9EB6FD854389}"/>
          </ac:picMkLst>
        </pc:picChg>
      </pc:sldChg>
      <pc:sldChg chg="addSp delSp modSp add modNotesTx">
        <pc:chgData name="Raj Y" userId="b4999e4eff051454" providerId="LiveId" clId="{B797D0BB-72A1-4609-97D1-122F1FCC5AA0}" dt="2024-05-23T12:31:30.893" v="207"/>
        <pc:sldMkLst>
          <pc:docMk/>
          <pc:sldMk cId="764830569" sldId="281"/>
        </pc:sldMkLst>
        <pc:picChg chg="del">
          <ac:chgData name="Raj Y" userId="b4999e4eff051454" providerId="LiveId" clId="{B797D0BB-72A1-4609-97D1-122F1FCC5AA0}" dt="2024-05-23T12:30:41.236" v="201" actId="478"/>
          <ac:picMkLst>
            <pc:docMk/>
            <pc:sldMk cId="764830569" sldId="281"/>
            <ac:picMk id="5122" creationId="{B758E35B-915E-33B4-FCC4-9EB6FD854389}"/>
          </ac:picMkLst>
        </pc:picChg>
        <pc:picChg chg="add mod">
          <ac:chgData name="Raj Y" userId="b4999e4eff051454" providerId="LiveId" clId="{B797D0BB-72A1-4609-97D1-122F1FCC5AA0}" dt="2024-05-23T12:31:00.004" v="206" actId="14100"/>
          <ac:picMkLst>
            <pc:docMk/>
            <pc:sldMk cId="764830569" sldId="281"/>
            <ac:picMk id="6146" creationId="{53992FFA-2A70-30A7-D7FE-0F9454A3C1A7}"/>
          </ac:picMkLst>
        </pc:picChg>
      </pc:sldChg>
      <pc:sldChg chg="addSp delSp modSp add mod modNotesTx">
        <pc:chgData name="Raj Y" userId="b4999e4eff051454" providerId="LiveId" clId="{B797D0BB-72A1-4609-97D1-122F1FCC5AA0}" dt="2024-05-23T15:29:39.150" v="328" actId="20577"/>
        <pc:sldMkLst>
          <pc:docMk/>
          <pc:sldMk cId="976663666" sldId="282"/>
        </pc:sldMkLst>
        <pc:spChg chg="mod">
          <ac:chgData name="Raj Y" userId="b4999e4eff051454" providerId="LiveId" clId="{B797D0BB-72A1-4609-97D1-122F1FCC5AA0}" dt="2024-05-23T15:29:39.150" v="328" actId="20577"/>
          <ac:spMkLst>
            <pc:docMk/>
            <pc:sldMk cId="976663666" sldId="282"/>
            <ac:spMk id="8" creationId="{99800B7A-B486-4409-9EDD-0A7B9628EDE8}"/>
          </ac:spMkLst>
        </pc:spChg>
        <pc:spChg chg="mod">
          <ac:chgData name="Raj Y" userId="b4999e4eff051454" providerId="LiveId" clId="{B797D0BB-72A1-4609-97D1-122F1FCC5AA0}" dt="2024-05-23T12:33:03.795" v="233" actId="20577"/>
          <ac:spMkLst>
            <pc:docMk/>
            <pc:sldMk cId="976663666" sldId="282"/>
            <ac:spMk id="33" creationId="{2D22322F-E79D-4BEF-8038-DE2C8F5CCA40}"/>
          </ac:spMkLst>
        </pc:spChg>
        <pc:picChg chg="del">
          <ac:chgData name="Raj Y" userId="b4999e4eff051454" providerId="LiveId" clId="{B797D0BB-72A1-4609-97D1-122F1FCC5AA0}" dt="2024-05-23T12:33:17.856" v="234" actId="478"/>
          <ac:picMkLst>
            <pc:docMk/>
            <pc:sldMk cId="976663666" sldId="282"/>
            <ac:picMk id="6146" creationId="{53992FFA-2A70-30A7-D7FE-0F9454A3C1A7}"/>
          </ac:picMkLst>
        </pc:picChg>
        <pc:picChg chg="add mod">
          <ac:chgData name="Raj Y" userId="b4999e4eff051454" providerId="LiveId" clId="{B797D0BB-72A1-4609-97D1-122F1FCC5AA0}" dt="2024-05-23T12:34:23.358" v="240" actId="14100"/>
          <ac:picMkLst>
            <pc:docMk/>
            <pc:sldMk cId="976663666" sldId="282"/>
            <ac:picMk id="7170" creationId="{306ABF90-2B1F-68C8-4E23-B651BD8158EE}"/>
          </ac:picMkLst>
        </pc:picChg>
      </pc:sldChg>
      <pc:sldChg chg="addSp delSp modSp add mod modNotesTx">
        <pc:chgData name="Raj Y" userId="b4999e4eff051454" providerId="LiveId" clId="{B797D0BB-72A1-4609-97D1-122F1FCC5AA0}" dt="2024-05-23T15:28:49.857" v="320" actId="20577"/>
        <pc:sldMkLst>
          <pc:docMk/>
          <pc:sldMk cId="3718812526" sldId="283"/>
        </pc:sldMkLst>
        <pc:spChg chg="mod">
          <ac:chgData name="Raj Y" userId="b4999e4eff051454" providerId="LiveId" clId="{B797D0BB-72A1-4609-97D1-122F1FCC5AA0}" dt="2024-05-23T15:28:49.857" v="320" actId="20577"/>
          <ac:spMkLst>
            <pc:docMk/>
            <pc:sldMk cId="3718812526" sldId="283"/>
            <ac:spMk id="8" creationId="{99800B7A-B486-4409-9EDD-0A7B9628EDE8}"/>
          </ac:spMkLst>
        </pc:spChg>
        <pc:spChg chg="mod">
          <ac:chgData name="Raj Y" userId="b4999e4eff051454" providerId="LiveId" clId="{B797D0BB-72A1-4609-97D1-122F1FCC5AA0}" dt="2024-05-23T13:47:20.552" v="257" actId="20577"/>
          <ac:spMkLst>
            <pc:docMk/>
            <pc:sldMk cId="3718812526" sldId="283"/>
            <ac:spMk id="33" creationId="{2D22322F-E79D-4BEF-8038-DE2C8F5CCA40}"/>
          </ac:spMkLst>
        </pc:spChg>
        <pc:picChg chg="del">
          <ac:chgData name="Raj Y" userId="b4999e4eff051454" providerId="LiveId" clId="{B797D0BB-72A1-4609-97D1-122F1FCC5AA0}" dt="2024-05-23T13:54:55.262" v="258" actId="478"/>
          <ac:picMkLst>
            <pc:docMk/>
            <pc:sldMk cId="3718812526" sldId="283"/>
            <ac:picMk id="7170" creationId="{306ABF90-2B1F-68C8-4E23-B651BD8158EE}"/>
          </ac:picMkLst>
        </pc:picChg>
        <pc:picChg chg="add mod">
          <ac:chgData name="Raj Y" userId="b4999e4eff051454" providerId="LiveId" clId="{B797D0BB-72A1-4609-97D1-122F1FCC5AA0}" dt="2024-05-23T13:55:23.804" v="263" actId="14100"/>
          <ac:picMkLst>
            <pc:docMk/>
            <pc:sldMk cId="3718812526" sldId="283"/>
            <ac:picMk id="8194" creationId="{9F0C50AE-7BCC-FA3B-59B3-B689E944FA15}"/>
          </ac:picMkLst>
        </pc:picChg>
      </pc:sldChg>
      <pc:sldChg chg="addSp delSp modSp add mod">
        <pc:chgData name="Raj Y" userId="b4999e4eff051454" providerId="LiveId" clId="{B797D0BB-72A1-4609-97D1-122F1FCC5AA0}" dt="2024-05-23T15:30:03.880" v="331" actId="20577"/>
        <pc:sldMkLst>
          <pc:docMk/>
          <pc:sldMk cId="1061103095" sldId="284"/>
        </pc:sldMkLst>
        <pc:spChg chg="add mod">
          <ac:chgData name="Raj Y" userId="b4999e4eff051454" providerId="LiveId" clId="{B797D0BB-72A1-4609-97D1-122F1FCC5AA0}" dt="2024-05-23T15:30:03.880" v="331" actId="20577"/>
          <ac:spMkLst>
            <pc:docMk/>
            <pc:sldMk cId="1061103095" sldId="284"/>
            <ac:spMk id="2" creationId="{6C9B07F7-F40E-990E-DA9A-CC1DCE1AD842}"/>
          </ac:spMkLst>
        </pc:spChg>
        <pc:spChg chg="del">
          <ac:chgData name="Raj Y" userId="b4999e4eff051454" providerId="LiveId" clId="{B797D0BB-72A1-4609-97D1-122F1FCC5AA0}" dt="2024-05-23T15:27:42.571" v="311" actId="478"/>
          <ac:spMkLst>
            <pc:docMk/>
            <pc:sldMk cId="1061103095" sldId="284"/>
            <ac:spMk id="8" creationId="{99800B7A-B486-4409-9EDD-0A7B9628EDE8}"/>
          </ac:spMkLst>
        </pc:spChg>
        <pc:spChg chg="mod">
          <ac:chgData name="Raj Y" userId="b4999e4eff051454" providerId="LiveId" clId="{B797D0BB-72A1-4609-97D1-122F1FCC5AA0}" dt="2024-05-23T13:57:35.853" v="275" actId="20577"/>
          <ac:spMkLst>
            <pc:docMk/>
            <pc:sldMk cId="1061103095" sldId="284"/>
            <ac:spMk id="33" creationId="{2D22322F-E79D-4BEF-8038-DE2C8F5CCA40}"/>
          </ac:spMkLst>
        </pc:spChg>
        <pc:picChg chg="del">
          <ac:chgData name="Raj Y" userId="b4999e4eff051454" providerId="LiveId" clId="{B797D0BB-72A1-4609-97D1-122F1FCC5AA0}" dt="2024-05-23T13:57:41.602" v="276" actId="478"/>
          <ac:picMkLst>
            <pc:docMk/>
            <pc:sldMk cId="1061103095" sldId="284"/>
            <ac:picMk id="6146" creationId="{53992FFA-2A70-30A7-D7FE-0F9454A3C1A7}"/>
          </ac:picMkLst>
        </pc:picChg>
        <pc:picChg chg="add mod">
          <ac:chgData name="Raj Y" userId="b4999e4eff051454" providerId="LiveId" clId="{B797D0BB-72A1-4609-97D1-122F1FCC5AA0}" dt="2024-05-23T13:58:04.633" v="282" actId="14100"/>
          <ac:picMkLst>
            <pc:docMk/>
            <pc:sldMk cId="1061103095" sldId="284"/>
            <ac:picMk id="9218" creationId="{610A18F1-3F5B-B50D-CA6F-56A636AF56D6}"/>
          </ac:picMkLst>
        </pc:picChg>
      </pc:sldChg>
      <pc:sldChg chg="addSp delSp modSp add mod">
        <pc:chgData name="Raj Y" userId="b4999e4eff051454" providerId="LiveId" clId="{B797D0BB-72A1-4609-97D1-122F1FCC5AA0}" dt="2024-05-23T15:30:15.926" v="335" actId="14100"/>
        <pc:sldMkLst>
          <pc:docMk/>
          <pc:sldMk cId="1838343397" sldId="285"/>
        </pc:sldMkLst>
        <pc:spChg chg="add mod">
          <ac:chgData name="Raj Y" userId="b4999e4eff051454" providerId="LiveId" clId="{B797D0BB-72A1-4609-97D1-122F1FCC5AA0}" dt="2024-05-23T15:30:12.495" v="334" actId="20577"/>
          <ac:spMkLst>
            <pc:docMk/>
            <pc:sldMk cId="1838343397" sldId="285"/>
            <ac:spMk id="2" creationId="{7890D492-7695-8486-5FB1-776B20BF7663}"/>
          </ac:spMkLst>
        </pc:spChg>
        <pc:spChg chg="del">
          <ac:chgData name="Raj Y" userId="b4999e4eff051454" providerId="LiveId" clId="{B797D0BB-72A1-4609-97D1-122F1FCC5AA0}" dt="2024-05-23T15:27:36.699" v="310" actId="478"/>
          <ac:spMkLst>
            <pc:docMk/>
            <pc:sldMk cId="1838343397" sldId="285"/>
            <ac:spMk id="8" creationId="{99800B7A-B486-4409-9EDD-0A7B9628EDE8}"/>
          </ac:spMkLst>
        </pc:spChg>
        <pc:spChg chg="mod">
          <ac:chgData name="Raj Y" userId="b4999e4eff051454" providerId="LiveId" clId="{B797D0BB-72A1-4609-97D1-122F1FCC5AA0}" dt="2024-05-23T14:00:41.334" v="296" actId="27636"/>
          <ac:spMkLst>
            <pc:docMk/>
            <pc:sldMk cId="1838343397" sldId="285"/>
            <ac:spMk id="33" creationId="{2D22322F-E79D-4BEF-8038-DE2C8F5CCA40}"/>
          </ac:spMkLst>
        </pc:spChg>
        <pc:picChg chg="del">
          <ac:chgData name="Raj Y" userId="b4999e4eff051454" providerId="LiveId" clId="{B797D0BB-72A1-4609-97D1-122F1FCC5AA0}" dt="2024-05-23T14:00:03.763" v="284" actId="478"/>
          <ac:picMkLst>
            <pc:docMk/>
            <pc:sldMk cId="1838343397" sldId="285"/>
            <ac:picMk id="9218" creationId="{610A18F1-3F5B-B50D-CA6F-56A636AF56D6}"/>
          </ac:picMkLst>
        </pc:picChg>
        <pc:picChg chg="add mod">
          <ac:chgData name="Raj Y" userId="b4999e4eff051454" providerId="LiveId" clId="{B797D0BB-72A1-4609-97D1-122F1FCC5AA0}" dt="2024-05-23T15:30:15.926" v="335" actId="14100"/>
          <ac:picMkLst>
            <pc:docMk/>
            <pc:sldMk cId="1838343397" sldId="285"/>
            <ac:picMk id="10242" creationId="{DF066225-3B1E-9FA2-BF0D-85B70AF00457}"/>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EC026C9-4C52-4B60-A858-A50E4BE56DA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A6160113-35DB-4BB4-9269-631D6FEB5E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410D272-305C-421E-A9EF-95D63D599B42}" type="datetimeFigureOut">
              <a:rPr lang="en-US" smtClean="0"/>
              <a:t>6/12/2024</a:t>
            </a:fld>
            <a:endParaRPr lang="en-US" dirty="0"/>
          </a:p>
        </p:txBody>
      </p:sp>
      <p:sp>
        <p:nvSpPr>
          <p:cNvPr id="4" name="Footer Placeholder 3">
            <a:extLst>
              <a:ext uri="{FF2B5EF4-FFF2-40B4-BE49-F238E27FC236}">
                <a16:creationId xmlns:a16="http://schemas.microsoft.com/office/drawing/2014/main" id="{FF40E5BB-A291-4B94-8433-B9D3F16854C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5857D678-038E-42A6-961E-EAB034DB470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1DE7DFA-63CC-4ED7-B30E-ACF88B4B8932}" type="slidenum">
              <a:rPr lang="en-US" smtClean="0"/>
              <a:t>‹#›</a:t>
            </a:fld>
            <a:endParaRPr lang="en-US" dirty="0"/>
          </a:p>
        </p:txBody>
      </p:sp>
    </p:spTree>
    <p:extLst>
      <p:ext uri="{BB962C8B-B14F-4D97-AF65-F5344CB8AC3E}">
        <p14:creationId xmlns:p14="http://schemas.microsoft.com/office/powerpoint/2010/main" val="23500912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E16E63-7886-43BC-8DD4-4F14C3DD7360}" type="datetimeFigureOut">
              <a:rPr lang="en-US" smtClean="0"/>
              <a:t>6/12/2024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8C5307-140F-447F-BCBA-BB92E3A2906B}" type="slidenum">
              <a:rPr lang="en-US" smtClean="0"/>
              <a:t>‹#›</a:t>
            </a:fld>
            <a:endParaRPr lang="en-US" dirty="0"/>
          </a:p>
        </p:txBody>
      </p:sp>
    </p:spTree>
    <p:extLst>
      <p:ext uri="{BB962C8B-B14F-4D97-AF65-F5344CB8AC3E}">
        <p14:creationId xmlns:p14="http://schemas.microsoft.com/office/powerpoint/2010/main" val="10331543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akamai.com/"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Aadhar and I are here today to talk about API security. APIs are the hidden engines that power many of the applications and services we use every day. Imagine them as the quiet cooks in a bustling restaurant, preparing delicious meals but unseen by the customers. Unfortunately, just like a security breach in a kitchen can have a big impact, insecure APIs can be exploited by attackers. </a:t>
            </a:r>
            <a:endParaRPr lang="en-IN" dirty="0"/>
          </a:p>
        </p:txBody>
      </p:sp>
      <p:sp>
        <p:nvSpPr>
          <p:cNvPr id="4" name="Slide Number Placeholder 3"/>
          <p:cNvSpPr>
            <a:spLocks noGrp="1"/>
          </p:cNvSpPr>
          <p:nvPr>
            <p:ph type="sldNum" sz="quarter" idx="5"/>
          </p:nvPr>
        </p:nvSpPr>
        <p:spPr/>
        <p:txBody>
          <a:bodyPr/>
          <a:lstStyle/>
          <a:p>
            <a:fld id="{798C5307-140F-447F-BCBA-BB92E3A2906B}" type="slidenum">
              <a:rPr lang="en-US" smtClean="0"/>
              <a:t>1</a:t>
            </a:fld>
            <a:endParaRPr lang="en-US" dirty="0"/>
          </a:p>
        </p:txBody>
      </p:sp>
    </p:spTree>
    <p:extLst>
      <p:ext uri="{BB962C8B-B14F-4D97-AF65-F5344CB8AC3E}">
        <p14:creationId xmlns:p14="http://schemas.microsoft.com/office/powerpoint/2010/main" val="11477074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129094F-44ED-46E6-A51E-52761DD3C88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049077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Aadhar and I are here today to talk about API security. APIs are the hidden engines that power many of the applications and services we use every day. Imagine them as the quiet cooks in a bustling restaurant, preparing delicious meals but unseen by the customers. Unfortunately, just like a security breach in a kitchen can have a big impact, insecure APIs can be exploited by attackers.</a:t>
            </a:r>
          </a:p>
          <a:p>
            <a:endParaRPr lang="en-US" dirty="0"/>
          </a:p>
          <a:p>
            <a:pPr>
              <a:buFont typeface="Arial" panose="020B0604020202020204" pitchFamily="34" charset="0"/>
              <a:buChar char="•"/>
            </a:pPr>
            <a:r>
              <a:rPr lang="en-US" b="1" dirty="0"/>
              <a:t>APIs are like the hidden engines:</a:t>
            </a:r>
            <a:r>
              <a:rPr lang="en-US" dirty="0"/>
              <a:t> Just like the cooks in a restaurant kitchen prepare food but are unseen by the customers, APIs work behind the scenes to power many applications and services we use.</a:t>
            </a:r>
          </a:p>
          <a:p>
            <a:pPr>
              <a:buFont typeface="Arial" panose="020B0604020202020204" pitchFamily="34" charset="0"/>
              <a:buChar char="•"/>
            </a:pPr>
            <a:r>
              <a:rPr lang="en-US" b="1" dirty="0"/>
              <a:t>Security breach impact:</a:t>
            </a:r>
            <a:r>
              <a:rPr lang="en-US" dirty="0"/>
              <a:t> A security breach in a kitchen, like contaminated food, can have a big impact on the restaurant's customers. Similarly, a security breach in an API can have a big impact on the application or service that relies on it.</a:t>
            </a:r>
          </a:p>
          <a:p>
            <a:r>
              <a:rPr lang="en-US" dirty="0"/>
              <a:t>Here's an alternative analogy you can use instead:</a:t>
            </a:r>
          </a:p>
          <a:p>
            <a:r>
              <a:rPr lang="en-US" dirty="0"/>
              <a:t>Imagine APIs as the bridges connecting different parts of a city. They allow smooth flow of information between applications. However, a weak or compromised bridge can lead to traffic jams, accidents, and chaos. </a:t>
            </a:r>
            <a:r>
              <a:rPr lang="en-US"/>
              <a:t>In the same way, insecure APIs can disrupt the functionality of applications and expose sensitive data.</a:t>
            </a:r>
          </a:p>
          <a:p>
            <a:endParaRPr lang="en-IN" dirty="0"/>
          </a:p>
        </p:txBody>
      </p:sp>
      <p:sp>
        <p:nvSpPr>
          <p:cNvPr id="4" name="Slide Number Placeholder 3"/>
          <p:cNvSpPr>
            <a:spLocks noGrp="1"/>
          </p:cNvSpPr>
          <p:nvPr>
            <p:ph type="sldNum" sz="quarter" idx="5"/>
          </p:nvPr>
        </p:nvSpPr>
        <p:spPr/>
        <p:txBody>
          <a:bodyPr/>
          <a:lstStyle/>
          <a:p>
            <a:fld id="{798C5307-140F-447F-BCBA-BB92E3A2906B}" type="slidenum">
              <a:rPr lang="en-US" smtClean="0"/>
              <a:t>3</a:t>
            </a:fld>
            <a:endParaRPr lang="en-US" dirty="0"/>
          </a:p>
        </p:txBody>
      </p:sp>
    </p:spTree>
    <p:extLst>
      <p:ext uri="{BB962C8B-B14F-4D97-AF65-F5344CB8AC3E}">
        <p14:creationId xmlns:p14="http://schemas.microsoft.com/office/powerpoint/2010/main" val="42692616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595959"/>
                </a:solidFill>
                <a:effectLst/>
                <a:highlight>
                  <a:srgbClr val="FFFFFF"/>
                </a:highlight>
                <a:latin typeface="Open Sans" panose="020B0606030504020204" pitchFamily="34" charset="0"/>
              </a:rPr>
              <a:t>According to </a:t>
            </a:r>
            <a:r>
              <a:rPr lang="en-US" b="0" i="0" dirty="0">
                <a:solidFill>
                  <a:srgbClr val="1155CC"/>
                </a:solidFill>
                <a:effectLst/>
                <a:highlight>
                  <a:srgbClr val="FFFFFF"/>
                </a:highlight>
                <a:latin typeface="Open Sans" panose="020B0606030504020204" pitchFamily="34" charset="0"/>
                <a:hlinkClick r:id="rId3"/>
              </a:rPr>
              <a:t>Akamai</a:t>
            </a:r>
            <a:r>
              <a:rPr lang="en-US" b="0" i="0" dirty="0">
                <a:solidFill>
                  <a:srgbClr val="595959"/>
                </a:solidFill>
                <a:effectLst/>
                <a:highlight>
                  <a:srgbClr val="FFFFFF"/>
                </a:highlight>
                <a:latin typeface="Open Sans" panose="020B0606030504020204" pitchFamily="34" charset="0"/>
              </a:rPr>
              <a:t>, 83% of internet traffic now comprises API calls. That’s right, for every 100 internet requests, a staggering 83 of them are directed towards APIs. This number has been on a steady rise and shows no signs of slowing down.</a:t>
            </a:r>
            <a:endParaRPr lang="en-IN" dirty="0"/>
          </a:p>
        </p:txBody>
      </p:sp>
      <p:sp>
        <p:nvSpPr>
          <p:cNvPr id="4" name="Slide Number Placeholder 3"/>
          <p:cNvSpPr>
            <a:spLocks noGrp="1"/>
          </p:cNvSpPr>
          <p:nvPr>
            <p:ph type="sldNum" sz="quarter" idx="5"/>
          </p:nvPr>
        </p:nvSpPr>
        <p:spPr/>
        <p:txBody>
          <a:bodyPr/>
          <a:lstStyle/>
          <a:p>
            <a:fld id="{798C5307-140F-447F-BCBA-BB92E3A2906B}" type="slidenum">
              <a:rPr lang="en-US" smtClean="0"/>
              <a:t>4</a:t>
            </a:fld>
            <a:endParaRPr lang="en-US" dirty="0"/>
          </a:p>
        </p:txBody>
      </p:sp>
    </p:spTree>
    <p:extLst>
      <p:ext uri="{BB962C8B-B14F-4D97-AF65-F5344CB8AC3E}">
        <p14:creationId xmlns:p14="http://schemas.microsoft.com/office/powerpoint/2010/main" val="2456634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69697B"/>
                </a:solidFill>
                <a:effectLst/>
                <a:highlight>
                  <a:srgbClr val="FFFFFF"/>
                </a:highlight>
                <a:latin typeface="Jakarta Display"/>
              </a:rPr>
              <a:t>And let's look at what kind of things are being stolen. This is really just tip of the iceberg. With APIs is you don't lose 10, 20, a hundred or a thousand records. You lose millions. In the case of Experian, the ability to look up the credit records of any </a:t>
            </a:r>
            <a:r>
              <a:rPr lang="en-US" b="0" i="0" dirty="0" err="1">
                <a:solidFill>
                  <a:srgbClr val="69697B"/>
                </a:solidFill>
                <a:effectLst/>
                <a:highlight>
                  <a:srgbClr val="FFFFFF"/>
                </a:highlight>
                <a:latin typeface="Jakarta Display"/>
              </a:rPr>
              <a:t>any</a:t>
            </a:r>
            <a:r>
              <a:rPr lang="en-US" b="0" i="0" dirty="0">
                <a:solidFill>
                  <a:srgbClr val="69697B"/>
                </a:solidFill>
                <a:effectLst/>
                <a:highlight>
                  <a:srgbClr val="FFFFFF"/>
                </a:highlight>
                <a:latin typeface="Jakarta Display"/>
              </a:rPr>
              <a:t> individual in the United States. The Bumble app, a hundred million users exposed through a leaky API. Everyone on LinkedIn had their information harvested through an API. Venmo had 200 million transactions in full detail harvested through a vulnerable API. Transactions, fraudulent transactions executed through API. You could see why this is such a ripe target for hackers.</a:t>
            </a:r>
            <a:endParaRPr lang="en-IN" dirty="0"/>
          </a:p>
        </p:txBody>
      </p:sp>
      <p:sp>
        <p:nvSpPr>
          <p:cNvPr id="4" name="Slide Number Placeholder 3"/>
          <p:cNvSpPr>
            <a:spLocks noGrp="1"/>
          </p:cNvSpPr>
          <p:nvPr>
            <p:ph type="sldNum" sz="quarter" idx="5"/>
          </p:nvPr>
        </p:nvSpPr>
        <p:spPr/>
        <p:txBody>
          <a:bodyPr/>
          <a:lstStyle/>
          <a:p>
            <a:fld id="{798C5307-140F-447F-BCBA-BB92E3A2906B}" type="slidenum">
              <a:rPr lang="en-US" smtClean="0"/>
              <a:t>6</a:t>
            </a:fld>
            <a:endParaRPr lang="en-US" dirty="0"/>
          </a:p>
        </p:txBody>
      </p:sp>
    </p:spTree>
    <p:extLst>
      <p:ext uri="{BB962C8B-B14F-4D97-AF65-F5344CB8AC3E}">
        <p14:creationId xmlns:p14="http://schemas.microsoft.com/office/powerpoint/2010/main" val="14204300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98C5307-140F-447F-BCBA-BB92E3A2906B}" type="slidenum">
              <a:rPr lang="en-US" smtClean="0"/>
              <a:t>7</a:t>
            </a:fld>
            <a:endParaRPr lang="en-US" dirty="0"/>
          </a:p>
        </p:txBody>
      </p:sp>
    </p:spTree>
    <p:extLst>
      <p:ext uri="{BB962C8B-B14F-4D97-AF65-F5344CB8AC3E}">
        <p14:creationId xmlns:p14="http://schemas.microsoft.com/office/powerpoint/2010/main" val="22597479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98C5307-140F-447F-BCBA-BB92E3A2906B}" type="slidenum">
              <a:rPr lang="en-US" smtClean="0"/>
              <a:t>8</a:t>
            </a:fld>
            <a:endParaRPr lang="en-US" dirty="0"/>
          </a:p>
        </p:txBody>
      </p:sp>
    </p:spTree>
    <p:extLst>
      <p:ext uri="{BB962C8B-B14F-4D97-AF65-F5344CB8AC3E}">
        <p14:creationId xmlns:p14="http://schemas.microsoft.com/office/powerpoint/2010/main" val="39416698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69697B"/>
                </a:solidFill>
                <a:effectLst/>
                <a:highlight>
                  <a:srgbClr val="FFFFFF"/>
                </a:highlight>
                <a:latin typeface="Jakarta Display"/>
              </a:rPr>
              <a:t>There are regulatory requirements to protect this information, and there are very significant penalties when PII gets breached and harvested. The largest I've seen is something on the order of $700 million fine. I think GDPR has up to 4% of top line revenue penalties. So there's a need here to protect the information</a:t>
            </a:r>
            <a:endParaRPr lang="en-IN" dirty="0"/>
          </a:p>
        </p:txBody>
      </p:sp>
      <p:sp>
        <p:nvSpPr>
          <p:cNvPr id="4" name="Slide Number Placeholder 3"/>
          <p:cNvSpPr>
            <a:spLocks noGrp="1"/>
          </p:cNvSpPr>
          <p:nvPr>
            <p:ph type="sldNum" sz="quarter" idx="5"/>
          </p:nvPr>
        </p:nvSpPr>
        <p:spPr/>
        <p:txBody>
          <a:bodyPr/>
          <a:lstStyle/>
          <a:p>
            <a:fld id="{798C5307-140F-447F-BCBA-BB92E3A2906B}" type="slidenum">
              <a:rPr lang="en-US" smtClean="0"/>
              <a:t>9</a:t>
            </a:fld>
            <a:endParaRPr lang="en-US" dirty="0"/>
          </a:p>
        </p:txBody>
      </p:sp>
    </p:spTree>
    <p:extLst>
      <p:ext uri="{BB962C8B-B14F-4D97-AF65-F5344CB8AC3E}">
        <p14:creationId xmlns:p14="http://schemas.microsoft.com/office/powerpoint/2010/main" val="17388459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69697B"/>
                </a:solidFill>
                <a:effectLst/>
                <a:highlight>
                  <a:srgbClr val="FFFFFF"/>
                </a:highlight>
                <a:latin typeface="Jakarta Display"/>
              </a:rPr>
              <a:t>We'll go through many examples. I want to be clear that this is not finger pointing. Each of these companies employed the correct technologies for securing their networks, their infrastructure, and their applications. But it just goes to show how clever attacks can be in finding vulnerabilities and weaknesses in APIs. You'll see many different examples here - such as Coinbase, where there was unauthorized trading possible through a vulnerable API. Or at Instagram where you could take over any user's account through an API attack. As well as examples like T-Mobile, where the exposure was not only the loss of data, but the need to report the incident to a Federal regulator. Or in the case of Optus, where the impact was a ransom demand.</a:t>
            </a:r>
          </a:p>
          <a:p>
            <a:pPr algn="l"/>
            <a:r>
              <a:rPr lang="en-US" b="0" i="0" dirty="0">
                <a:solidFill>
                  <a:srgbClr val="69697B"/>
                </a:solidFill>
                <a:effectLst/>
                <a:highlight>
                  <a:srgbClr val="FFFFFF"/>
                </a:highlight>
                <a:latin typeface="Jakarta Display"/>
              </a:rPr>
              <a:t>So there's really a lot of different ways that API attacks can achieve their intended goals.</a:t>
            </a:r>
          </a:p>
        </p:txBody>
      </p:sp>
      <p:sp>
        <p:nvSpPr>
          <p:cNvPr id="4" name="Slide Number Placeholder 3"/>
          <p:cNvSpPr>
            <a:spLocks noGrp="1"/>
          </p:cNvSpPr>
          <p:nvPr>
            <p:ph type="sldNum" sz="quarter" idx="5"/>
          </p:nvPr>
        </p:nvSpPr>
        <p:spPr/>
        <p:txBody>
          <a:bodyPr/>
          <a:lstStyle/>
          <a:p>
            <a:fld id="{798C5307-140F-447F-BCBA-BB92E3A2906B}" type="slidenum">
              <a:rPr lang="en-US" smtClean="0"/>
              <a:t>10</a:t>
            </a:fld>
            <a:endParaRPr lang="en-US" dirty="0"/>
          </a:p>
        </p:txBody>
      </p:sp>
    </p:spTree>
    <p:extLst>
      <p:ext uri="{BB962C8B-B14F-4D97-AF65-F5344CB8AC3E}">
        <p14:creationId xmlns:p14="http://schemas.microsoft.com/office/powerpoint/2010/main" val="24652466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69697B"/>
                </a:solidFill>
                <a:effectLst/>
                <a:highlight>
                  <a:srgbClr val="FFFFFF"/>
                </a:highlight>
                <a:latin typeface="Jakarta Display"/>
              </a:rPr>
              <a:t>We'll go through many examples. I want to be clear that this is not finger pointing. Each of these companies employed the correct technologies for securing their networks, their infrastructure, and their applications. But it just goes to show how clever attacks can be in finding vulnerabilities and weaknesses in APIs. You'll see many different examples here - such as Coinbase, where there was unauthorized trading possible through a vulnerable API. Or at Instagram where you could take over any user's account through an API attack. As well as examples like T-Mobile, where the exposure was not only the loss of data, but the need to report the incident to a Federal regulator. Or in the case of Optus, where the impact was a ransom demand.</a:t>
            </a:r>
          </a:p>
          <a:p>
            <a:pPr algn="l"/>
            <a:r>
              <a:rPr lang="en-US" b="0" i="0" dirty="0">
                <a:solidFill>
                  <a:srgbClr val="69697B"/>
                </a:solidFill>
                <a:effectLst/>
                <a:highlight>
                  <a:srgbClr val="FFFFFF"/>
                </a:highlight>
                <a:latin typeface="Jakarta Display"/>
              </a:rPr>
              <a:t>So there's really a lot of different ways that API attacks can achieve their intended goals.</a:t>
            </a:r>
          </a:p>
        </p:txBody>
      </p:sp>
      <p:sp>
        <p:nvSpPr>
          <p:cNvPr id="4" name="Slide Number Placeholder 3"/>
          <p:cNvSpPr>
            <a:spLocks noGrp="1"/>
          </p:cNvSpPr>
          <p:nvPr>
            <p:ph type="sldNum" sz="quarter" idx="5"/>
          </p:nvPr>
        </p:nvSpPr>
        <p:spPr/>
        <p:txBody>
          <a:bodyPr/>
          <a:lstStyle/>
          <a:p>
            <a:fld id="{798C5307-140F-447F-BCBA-BB92E3A2906B}" type="slidenum">
              <a:rPr lang="en-US" smtClean="0"/>
              <a:t>11</a:t>
            </a:fld>
            <a:endParaRPr lang="en-US" dirty="0"/>
          </a:p>
        </p:txBody>
      </p:sp>
    </p:spTree>
    <p:extLst>
      <p:ext uri="{BB962C8B-B14F-4D97-AF65-F5344CB8AC3E}">
        <p14:creationId xmlns:p14="http://schemas.microsoft.com/office/powerpoint/2010/main" val="17585887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69697B"/>
                </a:solidFill>
                <a:effectLst/>
                <a:highlight>
                  <a:srgbClr val="FFFFFF"/>
                </a:highlight>
                <a:latin typeface="Jakarta Display"/>
              </a:rPr>
              <a:t>There are two different OWASP Top 10s. So just make sure you're aware of which one you're talking about.</a:t>
            </a:r>
          </a:p>
          <a:p>
            <a:pPr algn="l"/>
            <a:r>
              <a:rPr lang="en-US" b="0" i="0" dirty="0">
                <a:solidFill>
                  <a:srgbClr val="69697B"/>
                </a:solidFill>
                <a:effectLst/>
                <a:highlight>
                  <a:srgbClr val="FFFFFF"/>
                </a:highlight>
                <a:latin typeface="Jakarta Display"/>
              </a:rPr>
              <a:t> </a:t>
            </a:r>
          </a:p>
          <a:p>
            <a:pPr algn="l"/>
            <a:r>
              <a:rPr lang="en-US" b="0" i="0" dirty="0">
                <a:solidFill>
                  <a:srgbClr val="69697B"/>
                </a:solidFill>
                <a:effectLst/>
                <a:highlight>
                  <a:srgbClr val="FFFFFF"/>
                </a:highlight>
                <a:latin typeface="Jakarta Display"/>
              </a:rPr>
              <a:t>The classic OWASP Top 10, here on the left, is for web applications. And this has become the standard for developers and security teams to understand the types of risks that exist with their web applications.</a:t>
            </a:r>
          </a:p>
          <a:p>
            <a:pPr algn="l"/>
            <a:r>
              <a:rPr lang="en-US" b="0" i="0" dirty="0">
                <a:solidFill>
                  <a:srgbClr val="69697B"/>
                </a:solidFill>
                <a:effectLst/>
                <a:highlight>
                  <a:srgbClr val="FFFFFF"/>
                </a:highlight>
                <a:latin typeface="Jakarta Display"/>
              </a:rPr>
              <a:t> </a:t>
            </a:r>
          </a:p>
          <a:p>
            <a:pPr algn="l"/>
            <a:r>
              <a:rPr lang="en-US" b="0" i="0" dirty="0">
                <a:solidFill>
                  <a:srgbClr val="69697B"/>
                </a:solidFill>
                <a:effectLst/>
                <a:highlight>
                  <a:srgbClr val="FFFFFF"/>
                </a:highlight>
                <a:latin typeface="Jakarta Display"/>
              </a:rPr>
              <a:t>In 2019 the OWASP group determined that with the adoption of APIs, there was a need for an API-specific Top 10 - and that's what you see on the right. The API Security Top 10 was first issued in 2019. There's some overlap with the Web App Top 10, but a whole lot of new unique requirements for the API Top 10. In 2023, a new edition of the OWASP API Top 10 was released. And that's what I'll talk about here in the coming slides.</a:t>
            </a:r>
          </a:p>
        </p:txBody>
      </p:sp>
      <p:sp>
        <p:nvSpPr>
          <p:cNvPr id="4" name="Slide Number Placeholder 3"/>
          <p:cNvSpPr>
            <a:spLocks noGrp="1"/>
          </p:cNvSpPr>
          <p:nvPr>
            <p:ph type="sldNum" sz="quarter" idx="5"/>
          </p:nvPr>
        </p:nvSpPr>
        <p:spPr/>
        <p:txBody>
          <a:bodyPr/>
          <a:lstStyle/>
          <a:p>
            <a:fld id="{798C5307-140F-447F-BCBA-BB92E3A2906B}" type="slidenum">
              <a:rPr lang="en-US" smtClean="0"/>
              <a:t>12</a:t>
            </a:fld>
            <a:endParaRPr lang="en-US" dirty="0"/>
          </a:p>
        </p:txBody>
      </p:sp>
    </p:spTree>
    <p:extLst>
      <p:ext uri="{BB962C8B-B14F-4D97-AF65-F5344CB8AC3E}">
        <p14:creationId xmlns:p14="http://schemas.microsoft.com/office/powerpoint/2010/main" val="42739501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69697B"/>
                </a:solidFill>
                <a:effectLst/>
                <a:highlight>
                  <a:srgbClr val="FFFFFF"/>
                </a:highlight>
                <a:latin typeface="Jakarta Display"/>
              </a:rPr>
              <a:t>There are regulatory requirements to protect this information, and there are very significant penalties when PII gets breached and harvested. The largest I've seen is something on the order of $700 million fine. I think GDPR has up to 4% of top line revenue penalties. So there's a need here to protect the information</a:t>
            </a:r>
            <a:endParaRPr lang="en-IN" dirty="0"/>
          </a:p>
        </p:txBody>
      </p:sp>
      <p:sp>
        <p:nvSpPr>
          <p:cNvPr id="4" name="Slide Number Placeholder 3"/>
          <p:cNvSpPr>
            <a:spLocks noGrp="1"/>
          </p:cNvSpPr>
          <p:nvPr>
            <p:ph type="sldNum" sz="quarter" idx="5"/>
          </p:nvPr>
        </p:nvSpPr>
        <p:spPr/>
        <p:txBody>
          <a:bodyPr/>
          <a:lstStyle/>
          <a:p>
            <a:fld id="{798C5307-140F-447F-BCBA-BB92E3A2906B}" type="slidenum">
              <a:rPr lang="en-US" smtClean="0"/>
              <a:t>13</a:t>
            </a:fld>
            <a:endParaRPr lang="en-US" dirty="0"/>
          </a:p>
        </p:txBody>
      </p:sp>
    </p:spTree>
    <p:extLst>
      <p:ext uri="{BB962C8B-B14F-4D97-AF65-F5344CB8AC3E}">
        <p14:creationId xmlns:p14="http://schemas.microsoft.com/office/powerpoint/2010/main" val="42438353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69697B"/>
                </a:solidFill>
                <a:effectLst/>
                <a:highlight>
                  <a:srgbClr val="FFFFFF"/>
                </a:highlight>
                <a:latin typeface="Jakarta Display"/>
              </a:rPr>
              <a:t>There are regulatory requirements to protect this information, and there are very significant penalties when PII gets breached and harvested. The largest I've seen is something on the order of $700 million fine. I think GDPR has up to 4% of top line revenue penalties. So there's a need here to protect the information</a:t>
            </a:r>
            <a:endParaRPr lang="en-IN" dirty="0"/>
          </a:p>
        </p:txBody>
      </p:sp>
      <p:sp>
        <p:nvSpPr>
          <p:cNvPr id="4" name="Slide Number Placeholder 3"/>
          <p:cNvSpPr>
            <a:spLocks noGrp="1"/>
          </p:cNvSpPr>
          <p:nvPr>
            <p:ph type="sldNum" sz="quarter" idx="5"/>
          </p:nvPr>
        </p:nvSpPr>
        <p:spPr/>
        <p:txBody>
          <a:bodyPr/>
          <a:lstStyle/>
          <a:p>
            <a:fld id="{798C5307-140F-447F-BCBA-BB92E3A2906B}" type="slidenum">
              <a:rPr lang="en-US" smtClean="0"/>
              <a:t>14</a:t>
            </a:fld>
            <a:endParaRPr lang="en-US" dirty="0"/>
          </a:p>
        </p:txBody>
      </p:sp>
    </p:spTree>
    <p:extLst>
      <p:ext uri="{BB962C8B-B14F-4D97-AF65-F5344CB8AC3E}">
        <p14:creationId xmlns:p14="http://schemas.microsoft.com/office/powerpoint/2010/main" val="925393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4FD2957-8595-499F-896A-E9A0888D058B}"/>
              </a:ext>
              <a:ext uri="{C183D7F6-B498-43B3-948B-1728B52AA6E4}">
                <adec:decorative xmlns:adec="http://schemas.microsoft.com/office/drawing/2017/decorative" val="1"/>
              </a:ext>
            </a:extLst>
          </p:cNvPr>
          <p:cNvSpPr/>
          <p:nvPr userDrawn="1"/>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9" name="Rectangle 8">
            <a:extLst>
              <a:ext uri="{FF2B5EF4-FFF2-40B4-BE49-F238E27FC236}">
                <a16:creationId xmlns:a16="http://schemas.microsoft.com/office/drawing/2014/main" id="{1C44A184-010C-483F-8B5A-3D1E7E6EF981}"/>
              </a:ext>
              <a:ext uri="{C183D7F6-B498-43B3-948B-1728B52AA6E4}">
                <adec:decorative xmlns:adec="http://schemas.microsoft.com/office/drawing/2017/decorative" val="1"/>
              </a:ext>
            </a:extLst>
          </p:cNvPr>
          <p:cNvSpPr/>
          <p:nvPr userDrawn="1"/>
        </p:nvSpPr>
        <p:spPr>
          <a:xfrm>
            <a:off x="1" y="0"/>
            <a:ext cx="81153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AB4C3"/>
              </a:solidFill>
              <a:effectLst/>
              <a:uLnTx/>
              <a:uFillTx/>
              <a:latin typeface="Avenir Next LT Pro"/>
              <a:ea typeface="+mn-ea"/>
              <a:cs typeface="+mn-cs"/>
            </a:endParaRPr>
          </a:p>
        </p:txBody>
      </p:sp>
      <p:sp>
        <p:nvSpPr>
          <p:cNvPr id="10" name="Title 1">
            <a:extLst>
              <a:ext uri="{FF2B5EF4-FFF2-40B4-BE49-F238E27FC236}">
                <a16:creationId xmlns:a16="http://schemas.microsoft.com/office/drawing/2014/main" id="{9582A2E2-E6DD-4321-B03A-F6C071C1BB7B}"/>
              </a:ext>
            </a:extLst>
          </p:cNvPr>
          <p:cNvSpPr>
            <a:spLocks noGrp="1"/>
          </p:cNvSpPr>
          <p:nvPr>
            <p:ph type="ctrTitle"/>
          </p:nvPr>
        </p:nvSpPr>
        <p:spPr>
          <a:xfrm>
            <a:off x="649044" y="753034"/>
            <a:ext cx="6815446" cy="3887390"/>
          </a:xfrm>
        </p:spPr>
        <p:txBody>
          <a:bodyPr anchor="t">
            <a:normAutofit/>
          </a:bodyPr>
          <a:lstStyle>
            <a:lvl1pPr>
              <a:defRPr sz="8500" spc="-20" baseline="0">
                <a:solidFill>
                  <a:schemeClr val="bg1"/>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D21B6D9B-E3FB-48D2-A477-5B73E2216682}"/>
              </a:ext>
            </a:extLst>
          </p:cNvPr>
          <p:cNvSpPr>
            <a:spLocks noGrp="1"/>
          </p:cNvSpPr>
          <p:nvPr>
            <p:ph type="subTitle" idx="1"/>
          </p:nvPr>
        </p:nvSpPr>
        <p:spPr>
          <a:xfrm>
            <a:off x="649045" y="4640424"/>
            <a:ext cx="6437555" cy="1303176"/>
          </a:xfrm>
        </p:spPr>
        <p:txBody>
          <a:bodyPr anchor="b">
            <a:normAutofit/>
          </a:bodyPr>
          <a:lstStyle>
            <a:lvl1pPr marL="0" indent="0">
              <a:buNone/>
              <a:defRPr sz="2800" b="1">
                <a:solidFill>
                  <a:schemeClr val="bg1"/>
                </a:solidFill>
              </a:defRPr>
            </a:lvl1pPr>
          </a:lstStyle>
          <a:p>
            <a:r>
              <a:rPr lang="en-US"/>
              <a:t>Click to edit Master subtitle style</a:t>
            </a:r>
            <a:endParaRPr lang="en-US" dirty="0"/>
          </a:p>
        </p:txBody>
      </p:sp>
      <p:sp>
        <p:nvSpPr>
          <p:cNvPr id="18" name="Picture Placeholder 16">
            <a:extLst>
              <a:ext uri="{FF2B5EF4-FFF2-40B4-BE49-F238E27FC236}">
                <a16:creationId xmlns:a16="http://schemas.microsoft.com/office/drawing/2014/main" id="{38823550-6B12-4BFD-9C91-668B623E3536}"/>
              </a:ext>
            </a:extLst>
          </p:cNvPr>
          <p:cNvSpPr>
            <a:spLocks noGrp="1"/>
          </p:cNvSpPr>
          <p:nvPr>
            <p:ph type="pic" sz="quarter" idx="13" hasCustomPrompt="1"/>
          </p:nvPr>
        </p:nvSpPr>
        <p:spPr>
          <a:xfrm>
            <a:off x="8113533" y="0"/>
            <a:ext cx="4082983" cy="6858000"/>
          </a:xfrm>
        </p:spPr>
        <p:txBody>
          <a:bodyPr/>
          <a:lstStyle>
            <a:lvl1pPr marL="0" indent="0" algn="ctr">
              <a:buNone/>
              <a:defRPr/>
            </a:lvl1pPr>
          </a:lstStyle>
          <a:p>
            <a:r>
              <a:rPr lang="en-US" dirty="0"/>
              <a:t>Click to add photo</a:t>
            </a:r>
          </a:p>
        </p:txBody>
      </p:sp>
    </p:spTree>
    <p:extLst>
      <p:ext uri="{BB962C8B-B14F-4D97-AF65-F5344CB8AC3E}">
        <p14:creationId xmlns:p14="http://schemas.microsoft.com/office/powerpoint/2010/main" val="3706224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74716EF3-1422-48C0-BC49-14FAC3550FCD}"/>
              </a:ext>
              <a:ext uri="{C183D7F6-B498-43B3-948B-1728B52AA6E4}">
                <adec:decorative xmlns:adec="http://schemas.microsoft.com/office/drawing/2017/decorative" val="1"/>
              </a:ext>
            </a:extLst>
          </p:cNvPr>
          <p:cNvSpPr/>
          <p:nvPr userDrawn="1"/>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8" name="Rectangle 7">
            <a:extLst>
              <a:ext uri="{FF2B5EF4-FFF2-40B4-BE49-F238E27FC236}">
                <a16:creationId xmlns:a16="http://schemas.microsoft.com/office/drawing/2014/main" id="{7F2AAFDE-CB45-46CA-8961-8133FCA5F385}"/>
              </a:ext>
              <a:ext uri="{C183D7F6-B498-43B3-948B-1728B52AA6E4}">
                <adec:decorative xmlns:adec="http://schemas.microsoft.com/office/drawing/2017/decorative" val="1"/>
              </a:ext>
            </a:extLst>
          </p:cNvPr>
          <p:cNvSpPr/>
          <p:nvPr userDrawn="1"/>
        </p:nvSpPr>
        <p:spPr>
          <a:xfrm>
            <a:off x="0" y="0"/>
            <a:ext cx="40767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9" name="Title 1">
            <a:extLst>
              <a:ext uri="{FF2B5EF4-FFF2-40B4-BE49-F238E27FC236}">
                <a16:creationId xmlns:a16="http://schemas.microsoft.com/office/drawing/2014/main" id="{B209C30D-AB58-482B-B553-F71367094EB9}"/>
              </a:ext>
            </a:extLst>
          </p:cNvPr>
          <p:cNvSpPr>
            <a:spLocks noGrp="1"/>
          </p:cNvSpPr>
          <p:nvPr>
            <p:ph type="title"/>
          </p:nvPr>
        </p:nvSpPr>
        <p:spPr>
          <a:xfrm>
            <a:off x="532264" y="776941"/>
            <a:ext cx="3209008" cy="5166659"/>
          </a:xfrm>
        </p:spPr>
        <p:txBody>
          <a:bodyPr anchor="b"/>
          <a:lstStyle>
            <a:lvl1pPr>
              <a:defRPr spc="-20" baseline="0">
                <a:solidFill>
                  <a:schemeClr val="bg1"/>
                </a:solidFill>
              </a:defRPr>
            </a:lvl1pPr>
          </a:lstStyle>
          <a:p>
            <a:r>
              <a:rPr lang="en-US">
                <a:solidFill>
                  <a:srgbClr val="FFFFFF"/>
                </a:solidFill>
              </a:rPr>
              <a:t>Click to edit Master title style</a:t>
            </a:r>
            <a:endParaRPr lang="en-US" dirty="0">
              <a:solidFill>
                <a:srgbClr val="FFFFFF"/>
              </a:solidFill>
            </a:endParaRPr>
          </a:p>
        </p:txBody>
      </p:sp>
      <p:sp>
        <p:nvSpPr>
          <p:cNvPr id="13" name="Footer Placeholder 4">
            <a:extLst>
              <a:ext uri="{FF2B5EF4-FFF2-40B4-BE49-F238E27FC236}">
                <a16:creationId xmlns:a16="http://schemas.microsoft.com/office/drawing/2014/main" id="{D946F5EF-2C45-4A87-A1DD-BD2A6FB91BC5}"/>
              </a:ext>
            </a:extLst>
          </p:cNvPr>
          <p:cNvSpPr>
            <a:spLocks noGrp="1"/>
          </p:cNvSpPr>
          <p:nvPr>
            <p:ph type="ftr" sz="quarter" idx="11"/>
          </p:nvPr>
        </p:nvSpPr>
        <p:spPr>
          <a:xfrm>
            <a:off x="199277" y="6356350"/>
            <a:ext cx="3749040" cy="365125"/>
          </a:xfrm>
        </p:spPr>
        <p:txBody>
          <a:bodyPr/>
          <a:lstStyle>
            <a:lvl1pPr>
              <a:defRPr>
                <a:solidFill>
                  <a:schemeClr val="bg1"/>
                </a:solidFill>
              </a:defRPr>
            </a:lvl1pPr>
          </a:lstStyle>
          <a:p>
            <a:r>
              <a:rPr lang="en-US" dirty="0"/>
              <a:t>Presentation title</a:t>
            </a:r>
          </a:p>
        </p:txBody>
      </p:sp>
      <p:sp>
        <p:nvSpPr>
          <p:cNvPr id="19" name="Picture Placeholder 16">
            <a:extLst>
              <a:ext uri="{FF2B5EF4-FFF2-40B4-BE49-F238E27FC236}">
                <a16:creationId xmlns:a16="http://schemas.microsoft.com/office/drawing/2014/main" id="{B1A8891C-A2D4-4238-ABCE-62AB3A9121A5}"/>
              </a:ext>
            </a:extLst>
          </p:cNvPr>
          <p:cNvSpPr>
            <a:spLocks noGrp="1"/>
          </p:cNvSpPr>
          <p:nvPr>
            <p:ph type="pic" sz="quarter" idx="13" hasCustomPrompt="1"/>
          </p:nvPr>
        </p:nvSpPr>
        <p:spPr>
          <a:xfrm>
            <a:off x="4076700" y="0"/>
            <a:ext cx="4038600" cy="3429000"/>
          </a:xfrm>
        </p:spPr>
        <p:txBody>
          <a:bodyPr/>
          <a:lstStyle>
            <a:lvl1pPr marL="0" indent="0" algn="ctr">
              <a:buNone/>
              <a:defRPr/>
            </a:lvl1pPr>
          </a:lstStyle>
          <a:p>
            <a:r>
              <a:rPr lang="en-US" dirty="0"/>
              <a:t>Click to add photo</a:t>
            </a:r>
          </a:p>
        </p:txBody>
      </p:sp>
      <p:sp>
        <p:nvSpPr>
          <p:cNvPr id="20" name="Picture Placeholder 16">
            <a:extLst>
              <a:ext uri="{FF2B5EF4-FFF2-40B4-BE49-F238E27FC236}">
                <a16:creationId xmlns:a16="http://schemas.microsoft.com/office/drawing/2014/main" id="{7B51DFB6-C977-4551-BE38-57688D7FF0B7}"/>
              </a:ext>
            </a:extLst>
          </p:cNvPr>
          <p:cNvSpPr>
            <a:spLocks noGrp="1"/>
          </p:cNvSpPr>
          <p:nvPr>
            <p:ph type="pic" sz="quarter" idx="14" hasCustomPrompt="1"/>
          </p:nvPr>
        </p:nvSpPr>
        <p:spPr>
          <a:xfrm>
            <a:off x="8115300" y="0"/>
            <a:ext cx="4076701" cy="3429000"/>
          </a:xfrm>
        </p:spPr>
        <p:txBody>
          <a:bodyPr/>
          <a:lstStyle>
            <a:lvl1pPr marL="0" indent="0" algn="ctr">
              <a:buNone/>
              <a:defRPr/>
            </a:lvl1pPr>
          </a:lstStyle>
          <a:p>
            <a:r>
              <a:rPr lang="en-US" dirty="0"/>
              <a:t>Click to add photo</a:t>
            </a:r>
          </a:p>
        </p:txBody>
      </p:sp>
      <p:sp>
        <p:nvSpPr>
          <p:cNvPr id="24" name="Text Placeholder 21">
            <a:extLst>
              <a:ext uri="{FF2B5EF4-FFF2-40B4-BE49-F238E27FC236}">
                <a16:creationId xmlns:a16="http://schemas.microsoft.com/office/drawing/2014/main" id="{DFCFAED4-0A56-424D-BF74-4051B0BDA9A6}"/>
              </a:ext>
            </a:extLst>
          </p:cNvPr>
          <p:cNvSpPr>
            <a:spLocks noGrp="1"/>
          </p:cNvSpPr>
          <p:nvPr>
            <p:ph type="body" sz="quarter" idx="15" hasCustomPrompt="1"/>
          </p:nvPr>
        </p:nvSpPr>
        <p:spPr>
          <a:xfrm>
            <a:off x="4864100" y="3841750"/>
            <a:ext cx="6599238" cy="2296083"/>
          </a:xfrm>
        </p:spPr>
        <p:txBody>
          <a:bodyPr>
            <a:normAutofit/>
          </a:bodyPr>
          <a:lstStyle>
            <a:lvl1pPr marL="342900" indent="-342900">
              <a:buFont typeface="Arial" panose="020B0604020202020204" pitchFamily="34" charset="0"/>
              <a:buChar char="•"/>
              <a:defRPr sz="2000"/>
            </a:lvl1pPr>
          </a:lstStyle>
          <a:p>
            <a:pPr lvl="0"/>
            <a:r>
              <a:rPr lang="en-US" dirty="0"/>
              <a:t>Click to add text</a:t>
            </a:r>
          </a:p>
        </p:txBody>
      </p:sp>
      <p:sp>
        <p:nvSpPr>
          <p:cNvPr id="14" name="Date Placeholder 3">
            <a:extLst>
              <a:ext uri="{FF2B5EF4-FFF2-40B4-BE49-F238E27FC236}">
                <a16:creationId xmlns:a16="http://schemas.microsoft.com/office/drawing/2014/main" id="{9188F17E-DD3B-4CCC-957F-5A6914488466}"/>
              </a:ext>
            </a:extLst>
          </p:cNvPr>
          <p:cNvSpPr>
            <a:spLocks noGrp="1"/>
          </p:cNvSpPr>
          <p:nvPr>
            <p:ph type="dt" sz="half" idx="10"/>
          </p:nvPr>
        </p:nvSpPr>
        <p:spPr>
          <a:xfrm>
            <a:off x="7013448" y="6355080"/>
            <a:ext cx="4352544" cy="365125"/>
          </a:xfrm>
        </p:spPr>
        <p:txBody>
          <a:bodyPr/>
          <a:lstStyle>
            <a:lvl1pPr>
              <a:defRPr/>
            </a:lvl1pPr>
          </a:lstStyle>
          <a:p>
            <a:pPr>
              <a:defRPr/>
            </a:pPr>
            <a:r>
              <a:rPr lang="en-US" dirty="0">
                <a:solidFill>
                  <a:prstClr val="black"/>
                </a:solidFill>
              </a:rPr>
              <a:t>20XX</a:t>
            </a:r>
          </a:p>
        </p:txBody>
      </p:sp>
      <p:sp>
        <p:nvSpPr>
          <p:cNvPr id="15" name="Slide Number Placeholder 5">
            <a:extLst>
              <a:ext uri="{FF2B5EF4-FFF2-40B4-BE49-F238E27FC236}">
                <a16:creationId xmlns:a16="http://schemas.microsoft.com/office/drawing/2014/main" id="{2A0235C7-971D-4E52-B991-EFA44A9AFC33}"/>
              </a:ext>
            </a:extLst>
          </p:cNvPr>
          <p:cNvSpPr>
            <a:spLocks noGrp="1"/>
          </p:cNvSpPr>
          <p:nvPr>
            <p:ph type="sldNum" sz="quarter" idx="12"/>
          </p:nvPr>
        </p:nvSpPr>
        <p:spPr>
          <a:xfrm>
            <a:off x="11365992" y="6356350"/>
            <a:ext cx="630936"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4D815C-8BF3-4ECF-A945-A2A7C2983AF9}" type="slidenum">
              <a:rPr kumimoji="0" lang="en-US" sz="1050" b="0" i="0" u="none" strike="noStrike" kern="1200" cap="none" spc="0" normalizeH="0" baseline="0" noProof="0" smtClean="0">
                <a:ln>
                  <a:noFill/>
                </a:ln>
                <a:solidFill>
                  <a:prstClr val="black"/>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dirty="0">
              <a:ln>
                <a:noFill/>
              </a:ln>
              <a:solidFill>
                <a:prstClr val="black"/>
              </a:solidFill>
              <a:effectLst/>
              <a:uLnTx/>
              <a:uFillTx/>
              <a:latin typeface="Avenir Next LT Pro"/>
              <a:ea typeface="+mn-ea"/>
              <a:cs typeface="+mn-cs"/>
            </a:endParaRPr>
          </a:p>
        </p:txBody>
      </p:sp>
    </p:spTree>
    <p:extLst>
      <p:ext uri="{BB962C8B-B14F-4D97-AF65-F5344CB8AC3E}">
        <p14:creationId xmlns:p14="http://schemas.microsoft.com/office/powerpoint/2010/main" val="643672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83698AF-A86A-4D69-8272-76C9C1914A3B}"/>
              </a:ext>
              <a:ext uri="{C183D7F6-B498-43B3-948B-1728B52AA6E4}">
                <adec:decorative xmlns:adec="http://schemas.microsoft.com/office/drawing/2017/decorative" val="1"/>
              </a:ext>
            </a:extLst>
          </p:cNvPr>
          <p:cNvSpPr/>
          <p:nvPr userDrawn="1"/>
        </p:nvSpPr>
        <p:spPr>
          <a:xfrm>
            <a:off x="0" y="0"/>
            <a:ext cx="12192000" cy="228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4" name="Title 1">
            <a:extLst>
              <a:ext uri="{FF2B5EF4-FFF2-40B4-BE49-F238E27FC236}">
                <a16:creationId xmlns:a16="http://schemas.microsoft.com/office/drawing/2014/main" id="{F9E2DC86-4009-449C-8F4E-779A8C762B26}"/>
              </a:ext>
            </a:extLst>
          </p:cNvPr>
          <p:cNvSpPr>
            <a:spLocks noGrp="1"/>
          </p:cNvSpPr>
          <p:nvPr>
            <p:ph type="title"/>
          </p:nvPr>
        </p:nvSpPr>
        <p:spPr>
          <a:xfrm>
            <a:off x="649045" y="365124"/>
            <a:ext cx="9523655" cy="1501327"/>
          </a:xfrm>
        </p:spPr>
        <p:txBody>
          <a:bodyPr/>
          <a:lstStyle>
            <a:lvl1pPr>
              <a:defRPr spc="-20" baseline="0">
                <a:solidFill>
                  <a:schemeClr val="bg1"/>
                </a:solidFill>
              </a:defRPr>
            </a:lvl1pPr>
          </a:lstStyle>
          <a:p>
            <a:r>
              <a:rPr lang="en-US">
                <a:solidFill>
                  <a:srgbClr val="FFFFFF"/>
                </a:solidFill>
              </a:rPr>
              <a:t>Click to edit Master title style</a:t>
            </a:r>
            <a:endParaRPr lang="en-US" dirty="0">
              <a:solidFill>
                <a:srgbClr val="FFFFFF"/>
              </a:solidFill>
            </a:endParaRPr>
          </a:p>
        </p:txBody>
      </p:sp>
      <p:sp>
        <p:nvSpPr>
          <p:cNvPr id="12" name="Picture Placeholder 10">
            <a:extLst>
              <a:ext uri="{FF2B5EF4-FFF2-40B4-BE49-F238E27FC236}">
                <a16:creationId xmlns:a16="http://schemas.microsoft.com/office/drawing/2014/main" id="{671630E1-6506-4E93-BB6A-0604E0D04932}"/>
              </a:ext>
            </a:extLst>
          </p:cNvPr>
          <p:cNvSpPr>
            <a:spLocks noGrp="1"/>
          </p:cNvSpPr>
          <p:nvPr>
            <p:ph type="pic" sz="quarter" idx="13" hasCustomPrompt="1"/>
          </p:nvPr>
        </p:nvSpPr>
        <p:spPr>
          <a:xfrm>
            <a:off x="0" y="2286000"/>
            <a:ext cx="5067300" cy="4572000"/>
          </a:xfrm>
        </p:spPr>
        <p:txBody>
          <a:bodyPr/>
          <a:lstStyle>
            <a:lvl1pPr marL="0" indent="0" algn="ctr">
              <a:buNone/>
              <a:defRPr/>
            </a:lvl1pPr>
          </a:lstStyle>
          <a:p>
            <a:r>
              <a:rPr lang="en-US" dirty="0"/>
              <a:t>Click to add photo</a:t>
            </a:r>
          </a:p>
        </p:txBody>
      </p:sp>
      <p:sp>
        <p:nvSpPr>
          <p:cNvPr id="7" name="Footer Placeholder 4">
            <a:extLst>
              <a:ext uri="{FF2B5EF4-FFF2-40B4-BE49-F238E27FC236}">
                <a16:creationId xmlns:a16="http://schemas.microsoft.com/office/drawing/2014/main" id="{51BAB65B-02AF-4992-85D0-8E98AB1BD965}"/>
              </a:ext>
            </a:extLst>
          </p:cNvPr>
          <p:cNvSpPr>
            <a:spLocks noGrp="1"/>
          </p:cNvSpPr>
          <p:nvPr>
            <p:ph type="ftr" sz="quarter" idx="11"/>
          </p:nvPr>
        </p:nvSpPr>
        <p:spPr>
          <a:xfrm>
            <a:off x="201168" y="6356350"/>
            <a:ext cx="4837176" cy="365125"/>
          </a:xfrm>
        </p:spPr>
        <p:txBody>
          <a:bodyPr/>
          <a:lstStyle>
            <a:lvl1pPr>
              <a:defRPr>
                <a:solidFill>
                  <a:schemeClr val="bg1"/>
                </a:solidFill>
              </a:defRPr>
            </a:lvl1pPr>
          </a:lstStyle>
          <a:p>
            <a:r>
              <a:rPr lang="en-US" dirty="0">
                <a:effectLst>
                  <a:outerShdw blurRad="38100" dist="38100" dir="2700000" algn="tl">
                    <a:srgbClr val="000000">
                      <a:alpha val="43137"/>
                    </a:srgbClr>
                  </a:outerShdw>
                </a:effectLst>
              </a:rPr>
              <a:t>Presentation title</a:t>
            </a:r>
          </a:p>
        </p:txBody>
      </p:sp>
      <p:sp>
        <p:nvSpPr>
          <p:cNvPr id="6" name="Content Placeholder 2">
            <a:extLst>
              <a:ext uri="{FF2B5EF4-FFF2-40B4-BE49-F238E27FC236}">
                <a16:creationId xmlns:a16="http://schemas.microsoft.com/office/drawing/2014/main" id="{CFE115BC-4A4C-4385-82D5-106D1FAC359A}"/>
              </a:ext>
            </a:extLst>
          </p:cNvPr>
          <p:cNvSpPr>
            <a:spLocks noGrp="1"/>
          </p:cNvSpPr>
          <p:nvPr>
            <p:ph idx="1"/>
          </p:nvPr>
        </p:nvSpPr>
        <p:spPr>
          <a:xfrm>
            <a:off x="5819887" y="2899186"/>
            <a:ext cx="5610113" cy="3284359"/>
          </a:xfrm>
        </p:spPr>
        <p:txBody>
          <a:bodyPr>
            <a:normAutofit/>
          </a:bodyPr>
          <a:lstStyle>
            <a:lvl1pPr marL="0" indent="0">
              <a:buNone/>
              <a:defRPr/>
            </a:lvl1pPr>
          </a:lstStyle>
          <a:p>
            <a:pPr lvl="0"/>
            <a:r>
              <a:rPr lang="en-US"/>
              <a:t>Click to edit Master text styles</a:t>
            </a:r>
          </a:p>
        </p:txBody>
      </p:sp>
      <p:sp>
        <p:nvSpPr>
          <p:cNvPr id="8" name="Date Placeholder 3">
            <a:extLst>
              <a:ext uri="{FF2B5EF4-FFF2-40B4-BE49-F238E27FC236}">
                <a16:creationId xmlns:a16="http://schemas.microsoft.com/office/drawing/2014/main" id="{5CD3EB2B-80EF-4DC6-B2B6-F4B568443970}"/>
              </a:ext>
            </a:extLst>
          </p:cNvPr>
          <p:cNvSpPr>
            <a:spLocks noGrp="1"/>
          </p:cNvSpPr>
          <p:nvPr>
            <p:ph type="dt" sz="half" idx="10"/>
          </p:nvPr>
        </p:nvSpPr>
        <p:spPr>
          <a:xfrm>
            <a:off x="7013448" y="6355080"/>
            <a:ext cx="4352544" cy="365125"/>
          </a:xfrm>
        </p:spPr>
        <p:txBody>
          <a:bodyPr/>
          <a:lstStyle>
            <a:lvl1pPr>
              <a:defRPr/>
            </a:lvl1pPr>
          </a:lstStyle>
          <a:p>
            <a:pPr>
              <a:defRPr/>
            </a:pPr>
            <a:r>
              <a:rPr lang="en-US" dirty="0">
                <a:solidFill>
                  <a:prstClr val="black"/>
                </a:solidFill>
              </a:rPr>
              <a:t>20XX</a:t>
            </a:r>
          </a:p>
        </p:txBody>
      </p:sp>
      <p:sp>
        <p:nvSpPr>
          <p:cNvPr id="9" name="Slide Number Placeholder 5">
            <a:extLst>
              <a:ext uri="{FF2B5EF4-FFF2-40B4-BE49-F238E27FC236}">
                <a16:creationId xmlns:a16="http://schemas.microsoft.com/office/drawing/2014/main" id="{3DC3E33A-8A0A-4767-A4D9-CD8956379305}"/>
              </a:ext>
            </a:extLst>
          </p:cNvPr>
          <p:cNvSpPr>
            <a:spLocks noGrp="1"/>
          </p:cNvSpPr>
          <p:nvPr>
            <p:ph type="sldNum" sz="quarter" idx="12"/>
          </p:nvPr>
        </p:nvSpPr>
        <p:spPr>
          <a:xfrm>
            <a:off x="11365992" y="6356350"/>
            <a:ext cx="630936"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6D940D-6D44-4DF9-9322-B4B11F7EDCD0}" type="slidenum">
              <a:rPr kumimoji="0" lang="en-US" sz="1050" b="0" i="0" u="none" strike="noStrike" kern="1200" cap="none" spc="0" normalizeH="0" baseline="0" noProof="0" smtClean="0">
                <a:ln>
                  <a:noFill/>
                </a:ln>
                <a:solidFill>
                  <a:prstClr val="black"/>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dirty="0">
              <a:ln>
                <a:noFill/>
              </a:ln>
              <a:solidFill>
                <a:prstClr val="black"/>
              </a:solidFill>
              <a:effectLst/>
              <a:uLnTx/>
              <a:uFillTx/>
              <a:latin typeface="Avenir Next LT Pro"/>
              <a:ea typeface="+mn-ea"/>
              <a:cs typeface="+mn-cs"/>
            </a:endParaRPr>
          </a:p>
        </p:txBody>
      </p:sp>
    </p:spTree>
    <p:extLst>
      <p:ext uri="{BB962C8B-B14F-4D97-AF65-F5344CB8AC3E}">
        <p14:creationId xmlns:p14="http://schemas.microsoft.com/office/powerpoint/2010/main" val="1799930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46EB31F-C5DF-49FF-8DEA-86AC0C1860A0}"/>
              </a:ext>
              <a:ext uri="{C183D7F6-B498-43B3-948B-1728B52AA6E4}">
                <adec:decorative xmlns:adec="http://schemas.microsoft.com/office/drawing/2017/decorative" val="1"/>
              </a:ext>
            </a:extLst>
          </p:cNvPr>
          <p:cNvSpPr/>
          <p:nvPr userDrawn="1"/>
        </p:nvSpPr>
        <p:spPr>
          <a:xfrm>
            <a:off x="1" y="0"/>
            <a:ext cx="7086599" cy="45339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AB4C3"/>
              </a:solidFill>
              <a:effectLst/>
              <a:uLnTx/>
              <a:uFillTx/>
              <a:latin typeface="Avenir Next LT Pro"/>
              <a:ea typeface="+mn-ea"/>
              <a:cs typeface="+mn-cs"/>
            </a:endParaRPr>
          </a:p>
        </p:txBody>
      </p:sp>
      <p:sp>
        <p:nvSpPr>
          <p:cNvPr id="4" name="Title 1">
            <a:extLst>
              <a:ext uri="{FF2B5EF4-FFF2-40B4-BE49-F238E27FC236}">
                <a16:creationId xmlns:a16="http://schemas.microsoft.com/office/drawing/2014/main" id="{ACFE912F-46EC-49B0-9C9A-DE9CBDF9FBBF}"/>
              </a:ext>
            </a:extLst>
          </p:cNvPr>
          <p:cNvSpPr>
            <a:spLocks noGrp="1"/>
          </p:cNvSpPr>
          <p:nvPr>
            <p:ph type="ctrTitle"/>
          </p:nvPr>
        </p:nvSpPr>
        <p:spPr>
          <a:xfrm>
            <a:off x="649045" y="753035"/>
            <a:ext cx="5945393" cy="2366683"/>
          </a:xfrm>
        </p:spPr>
        <p:txBody>
          <a:bodyPr>
            <a:normAutofit/>
          </a:bodyPr>
          <a:lstStyle>
            <a:lvl1pPr>
              <a:defRPr spc="-20" baseline="0">
                <a:solidFill>
                  <a:schemeClr val="bg1"/>
                </a:solidFill>
              </a:defRPr>
            </a:lvl1pPr>
          </a:lstStyle>
          <a:p>
            <a:r>
              <a:rPr lang="en-US" sz="6000"/>
              <a:t>Click to edit Master title style</a:t>
            </a:r>
            <a:endParaRPr lang="en-US" sz="6000" dirty="0"/>
          </a:p>
        </p:txBody>
      </p:sp>
      <p:sp>
        <p:nvSpPr>
          <p:cNvPr id="5" name="Subtitle 2">
            <a:extLst>
              <a:ext uri="{FF2B5EF4-FFF2-40B4-BE49-F238E27FC236}">
                <a16:creationId xmlns:a16="http://schemas.microsoft.com/office/drawing/2014/main" id="{9BF32D81-1E24-45B8-A09D-EEAD404D8F31}"/>
              </a:ext>
            </a:extLst>
          </p:cNvPr>
          <p:cNvSpPr>
            <a:spLocks noGrp="1"/>
          </p:cNvSpPr>
          <p:nvPr>
            <p:ph type="subTitle" idx="1"/>
          </p:nvPr>
        </p:nvSpPr>
        <p:spPr>
          <a:xfrm>
            <a:off x="649045" y="3075868"/>
            <a:ext cx="5945393" cy="1108335"/>
          </a:xfrm>
        </p:spPr>
        <p:txBody>
          <a:bodyPr>
            <a:normAutofit/>
          </a:bodyPr>
          <a:lstStyle>
            <a:lvl1pPr marL="0" indent="0">
              <a:buNone/>
              <a:defRPr sz="2400">
                <a:solidFill>
                  <a:schemeClr val="bg1"/>
                </a:solidFill>
              </a:defRPr>
            </a:lvl1pPr>
          </a:lstStyle>
          <a:p>
            <a:r>
              <a:rPr lang="en-US"/>
              <a:t>Click to edit Master subtitle style</a:t>
            </a:r>
            <a:endParaRPr lang="en-US" dirty="0"/>
          </a:p>
        </p:txBody>
      </p:sp>
      <p:sp>
        <p:nvSpPr>
          <p:cNvPr id="16" name="Picture Placeholder 15">
            <a:extLst>
              <a:ext uri="{FF2B5EF4-FFF2-40B4-BE49-F238E27FC236}">
                <a16:creationId xmlns:a16="http://schemas.microsoft.com/office/drawing/2014/main" id="{9F9C7900-0694-4FDF-B29C-24016C0B9C60}"/>
              </a:ext>
            </a:extLst>
          </p:cNvPr>
          <p:cNvSpPr>
            <a:spLocks noGrp="1"/>
          </p:cNvSpPr>
          <p:nvPr>
            <p:ph type="pic" sz="quarter" idx="14" hasCustomPrompt="1"/>
          </p:nvPr>
        </p:nvSpPr>
        <p:spPr>
          <a:xfrm>
            <a:off x="0" y="4533900"/>
            <a:ext cx="7086598" cy="2324100"/>
          </a:xfrm>
        </p:spPr>
        <p:txBody>
          <a:bodyPr/>
          <a:lstStyle>
            <a:lvl1pPr marL="0" indent="0" algn="l">
              <a:buNone/>
              <a:defRPr/>
            </a:lvl1pPr>
          </a:lstStyle>
          <a:p>
            <a:r>
              <a:rPr lang="en-US" dirty="0"/>
              <a:t>Click to add photo</a:t>
            </a:r>
          </a:p>
        </p:txBody>
      </p:sp>
      <p:sp>
        <p:nvSpPr>
          <p:cNvPr id="8" name="Footer Placeholder 4">
            <a:extLst>
              <a:ext uri="{FF2B5EF4-FFF2-40B4-BE49-F238E27FC236}">
                <a16:creationId xmlns:a16="http://schemas.microsoft.com/office/drawing/2014/main" id="{52F1BABA-5C8C-4693-BD5A-974A171125F5}"/>
              </a:ext>
            </a:extLst>
          </p:cNvPr>
          <p:cNvSpPr>
            <a:spLocks noGrp="1"/>
          </p:cNvSpPr>
          <p:nvPr>
            <p:ph type="ftr" sz="quarter" idx="11"/>
          </p:nvPr>
        </p:nvSpPr>
        <p:spPr>
          <a:xfrm>
            <a:off x="201168" y="6356350"/>
            <a:ext cx="4837176" cy="365125"/>
          </a:xfrm>
        </p:spPr>
        <p:txBody>
          <a:bodyPr/>
          <a:lstStyle>
            <a:lvl1pPr>
              <a:defRPr>
                <a:solidFill>
                  <a:schemeClr val="bg1"/>
                </a:solidFill>
              </a:defRPr>
            </a:lvl1pPr>
          </a:lstStyle>
          <a:p>
            <a:pPr>
              <a:defRPr/>
            </a:pPr>
            <a:r>
              <a:rPr lang="en-US" dirty="0">
                <a:effectLst>
                  <a:outerShdw blurRad="38100" dist="38100" dir="2700000" algn="tl">
                    <a:srgbClr val="000000">
                      <a:alpha val="43137"/>
                    </a:srgbClr>
                  </a:outerShdw>
                </a:effectLst>
              </a:rPr>
              <a:t>Presentation title</a:t>
            </a:r>
          </a:p>
        </p:txBody>
      </p:sp>
      <p:sp>
        <p:nvSpPr>
          <p:cNvPr id="14" name="Picture Placeholder 12">
            <a:extLst>
              <a:ext uri="{FF2B5EF4-FFF2-40B4-BE49-F238E27FC236}">
                <a16:creationId xmlns:a16="http://schemas.microsoft.com/office/drawing/2014/main" id="{D71BA6F2-2182-4910-8DA6-71E5AB274588}"/>
              </a:ext>
            </a:extLst>
          </p:cNvPr>
          <p:cNvSpPr>
            <a:spLocks noGrp="1"/>
          </p:cNvSpPr>
          <p:nvPr>
            <p:ph type="pic" sz="quarter" idx="13" hasCustomPrompt="1"/>
          </p:nvPr>
        </p:nvSpPr>
        <p:spPr>
          <a:xfrm>
            <a:off x="7086600" y="0"/>
            <a:ext cx="5105400" cy="4533900"/>
          </a:xfrm>
        </p:spPr>
        <p:txBody>
          <a:bodyPr/>
          <a:lstStyle>
            <a:lvl1pPr marL="0" indent="0" algn="ctr">
              <a:buNone/>
              <a:defRPr/>
            </a:lvl1pPr>
          </a:lstStyle>
          <a:p>
            <a:r>
              <a:rPr lang="en-US" dirty="0"/>
              <a:t>Click to add photo</a:t>
            </a:r>
          </a:p>
        </p:txBody>
      </p:sp>
      <p:sp>
        <p:nvSpPr>
          <p:cNvPr id="17" name="Picture Placeholder 15">
            <a:extLst>
              <a:ext uri="{FF2B5EF4-FFF2-40B4-BE49-F238E27FC236}">
                <a16:creationId xmlns:a16="http://schemas.microsoft.com/office/drawing/2014/main" id="{83DCD7D2-7B94-48E9-9DCA-E72E1BCE4375}"/>
              </a:ext>
            </a:extLst>
          </p:cNvPr>
          <p:cNvSpPr>
            <a:spLocks noGrp="1"/>
          </p:cNvSpPr>
          <p:nvPr>
            <p:ph type="pic" sz="quarter" idx="15" hasCustomPrompt="1"/>
          </p:nvPr>
        </p:nvSpPr>
        <p:spPr>
          <a:xfrm>
            <a:off x="7086598" y="4533900"/>
            <a:ext cx="5105402" cy="2324100"/>
          </a:xfrm>
        </p:spPr>
        <p:txBody>
          <a:bodyPr/>
          <a:lstStyle>
            <a:lvl1pPr marL="0" indent="0">
              <a:buNone/>
              <a:defRPr/>
            </a:lvl1pPr>
          </a:lstStyle>
          <a:p>
            <a:r>
              <a:rPr lang="en-US" dirty="0"/>
              <a:t>Click to add photo</a:t>
            </a:r>
          </a:p>
        </p:txBody>
      </p:sp>
      <p:sp>
        <p:nvSpPr>
          <p:cNvPr id="10" name="Date Placeholder 3">
            <a:extLst>
              <a:ext uri="{FF2B5EF4-FFF2-40B4-BE49-F238E27FC236}">
                <a16:creationId xmlns:a16="http://schemas.microsoft.com/office/drawing/2014/main" id="{94253B29-520A-4014-A821-4F52F57CBC62}"/>
              </a:ext>
            </a:extLst>
          </p:cNvPr>
          <p:cNvSpPr>
            <a:spLocks noGrp="1"/>
          </p:cNvSpPr>
          <p:nvPr>
            <p:ph type="dt" sz="half" idx="10"/>
          </p:nvPr>
        </p:nvSpPr>
        <p:spPr>
          <a:xfrm>
            <a:off x="7013448" y="6355080"/>
            <a:ext cx="4352544" cy="365125"/>
          </a:xfrm>
        </p:spPr>
        <p:txBody>
          <a:bodyPr/>
          <a:lstStyle>
            <a:lvl1pPr>
              <a:defRPr>
                <a:solidFill>
                  <a:schemeClr val="bg1"/>
                </a:solidFill>
              </a:defRPr>
            </a:lvl1pPr>
          </a:lstStyle>
          <a:p>
            <a:pPr>
              <a:defRPr/>
            </a:pPr>
            <a:r>
              <a:rPr lang="en-US" dirty="0">
                <a:effectLst>
                  <a:outerShdw blurRad="38100" dist="38100" dir="2700000" algn="tl">
                    <a:srgbClr val="000000">
                      <a:alpha val="43137"/>
                    </a:srgbClr>
                  </a:outerShdw>
                </a:effectLst>
              </a:rPr>
              <a:t>20XX</a:t>
            </a:r>
          </a:p>
        </p:txBody>
      </p:sp>
      <p:sp>
        <p:nvSpPr>
          <p:cNvPr id="11" name="Slide Number Placeholder 5">
            <a:extLst>
              <a:ext uri="{FF2B5EF4-FFF2-40B4-BE49-F238E27FC236}">
                <a16:creationId xmlns:a16="http://schemas.microsoft.com/office/drawing/2014/main" id="{46B60DEE-1456-46C0-A3E5-4CAF3E128D5B}"/>
              </a:ext>
            </a:extLst>
          </p:cNvPr>
          <p:cNvSpPr>
            <a:spLocks noGrp="1"/>
          </p:cNvSpPr>
          <p:nvPr>
            <p:ph type="sldNum" sz="quarter" idx="12"/>
          </p:nvPr>
        </p:nvSpPr>
        <p:spPr>
          <a:xfrm>
            <a:off x="11365992" y="6356350"/>
            <a:ext cx="630936" cy="365125"/>
          </a:xfrm>
        </p:spPr>
        <p:txBody>
          <a:bodyPr/>
          <a:lstStyle>
            <a:lvl1pPr>
              <a:defRPr>
                <a:solidFill>
                  <a:schemeClr val="bg1"/>
                </a:solidFill>
              </a:defRPr>
            </a:lvl1pPr>
          </a:lstStyle>
          <a:p>
            <a:pPr>
              <a:defRPr/>
            </a:pPr>
            <a:fld id="{2722F022-211C-4882-844C-086FEA6806AA}" type="slidenum">
              <a:rPr lang="en-US" smtClean="0">
                <a:effectLst>
                  <a:outerShdw blurRad="38100" dist="38100" dir="2700000" algn="tl">
                    <a:srgbClr val="000000">
                      <a:alpha val="43137"/>
                    </a:srgbClr>
                  </a:outerShdw>
                </a:effectLst>
              </a:rPr>
              <a:pPr>
                <a:defRPr/>
              </a:pPr>
              <a:t>‹#›</a:t>
            </a:fld>
            <a:endParaRPr lang="en-US"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5784073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4F4DD58-525D-4728-A769-9F38711D57DA}"/>
              </a:ext>
              <a:ext uri="{C183D7F6-B498-43B3-948B-1728B52AA6E4}">
                <adec:decorative xmlns:adec="http://schemas.microsoft.com/office/drawing/2017/decorative" val="1"/>
              </a:ext>
            </a:extLst>
          </p:cNvPr>
          <p:cNvSpPr/>
          <p:nvPr userDrawn="1"/>
        </p:nvSpPr>
        <p:spPr>
          <a:xfrm>
            <a:off x="0" y="0"/>
            <a:ext cx="3048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4" name="Title 3">
            <a:extLst>
              <a:ext uri="{FF2B5EF4-FFF2-40B4-BE49-F238E27FC236}">
                <a16:creationId xmlns:a16="http://schemas.microsoft.com/office/drawing/2014/main" id="{C1F862FE-7A72-432B-9888-FB389D35BDF2}"/>
              </a:ext>
            </a:extLst>
          </p:cNvPr>
          <p:cNvSpPr>
            <a:spLocks noGrp="1"/>
          </p:cNvSpPr>
          <p:nvPr>
            <p:ph type="title" hasCustomPrompt="1"/>
          </p:nvPr>
        </p:nvSpPr>
        <p:spPr>
          <a:xfrm>
            <a:off x="331788" y="875030"/>
            <a:ext cx="2384425" cy="5068570"/>
          </a:xfrm>
        </p:spPr>
        <p:txBody>
          <a:bodyPr/>
          <a:lstStyle>
            <a:lvl1pPr>
              <a:lnSpc>
                <a:spcPct val="100000"/>
              </a:lnSpc>
              <a:defRPr spc="-20" baseline="0">
                <a:solidFill>
                  <a:schemeClr val="bg1"/>
                </a:solidFill>
              </a:defRPr>
            </a:lvl1pPr>
          </a:lstStyle>
          <a:p>
            <a:r>
              <a:rPr lang="en-US" dirty="0"/>
              <a:t>Click  to add text</a:t>
            </a:r>
          </a:p>
        </p:txBody>
      </p:sp>
      <p:sp>
        <p:nvSpPr>
          <p:cNvPr id="13" name="Footer Placeholder 4">
            <a:extLst>
              <a:ext uri="{FF2B5EF4-FFF2-40B4-BE49-F238E27FC236}">
                <a16:creationId xmlns:a16="http://schemas.microsoft.com/office/drawing/2014/main" id="{A256B58A-EC2F-48AB-BF2D-AB678AF0C027}"/>
              </a:ext>
            </a:extLst>
          </p:cNvPr>
          <p:cNvSpPr>
            <a:spLocks noGrp="1"/>
          </p:cNvSpPr>
          <p:nvPr>
            <p:ph type="ftr" sz="quarter" idx="11"/>
          </p:nvPr>
        </p:nvSpPr>
        <p:spPr>
          <a:xfrm>
            <a:off x="199277" y="6356350"/>
            <a:ext cx="2771138" cy="365125"/>
          </a:xfrm>
        </p:spPr>
        <p:txBody>
          <a:bodyPr/>
          <a:lstStyle>
            <a:lvl1pPr>
              <a:defRPr>
                <a:solidFill>
                  <a:schemeClr val="bg1"/>
                </a:solidFill>
              </a:defRPr>
            </a:lvl1pPr>
          </a:lstStyle>
          <a:p>
            <a:pPr>
              <a:defRPr/>
            </a:pPr>
            <a:r>
              <a:rPr lang="en-US" dirty="0"/>
              <a:t>Presentation title</a:t>
            </a:r>
          </a:p>
        </p:txBody>
      </p:sp>
      <p:sp>
        <p:nvSpPr>
          <p:cNvPr id="3" name="Content Placeholder 2">
            <a:extLst>
              <a:ext uri="{FF2B5EF4-FFF2-40B4-BE49-F238E27FC236}">
                <a16:creationId xmlns:a16="http://schemas.microsoft.com/office/drawing/2014/main" id="{99D33DA1-34CB-434E-99AF-EA31D28A1941}"/>
              </a:ext>
            </a:extLst>
          </p:cNvPr>
          <p:cNvSpPr>
            <a:spLocks noGrp="1"/>
          </p:cNvSpPr>
          <p:nvPr>
            <p:ph sz="quarter" idx="14" hasCustomPrompt="1"/>
          </p:nvPr>
        </p:nvSpPr>
        <p:spPr>
          <a:xfrm>
            <a:off x="3302000" y="876300"/>
            <a:ext cx="8607425" cy="4749800"/>
          </a:xfrm>
        </p:spPr>
        <p:txBody>
          <a:bodyPr/>
          <a:lstStyle>
            <a:lvl1pPr>
              <a:defRPr/>
            </a:lvl1pPr>
          </a:lstStyle>
          <a:p>
            <a:pPr lvl="0"/>
            <a:r>
              <a:rPr lang="en-US" dirty="0"/>
              <a:t>Click to add content</a:t>
            </a:r>
          </a:p>
        </p:txBody>
      </p:sp>
      <p:sp>
        <p:nvSpPr>
          <p:cNvPr id="14" name="Date Placeholder 3">
            <a:extLst>
              <a:ext uri="{FF2B5EF4-FFF2-40B4-BE49-F238E27FC236}">
                <a16:creationId xmlns:a16="http://schemas.microsoft.com/office/drawing/2014/main" id="{DB48D9BB-04DF-4542-8DF6-C4C78753805D}"/>
              </a:ext>
            </a:extLst>
          </p:cNvPr>
          <p:cNvSpPr>
            <a:spLocks noGrp="1"/>
          </p:cNvSpPr>
          <p:nvPr>
            <p:ph type="dt" sz="half" idx="10"/>
          </p:nvPr>
        </p:nvSpPr>
        <p:spPr>
          <a:xfrm>
            <a:off x="7013448" y="6355080"/>
            <a:ext cx="4352544" cy="365125"/>
          </a:xfrm>
        </p:spPr>
        <p:txBody>
          <a:bodyPr/>
          <a:lstStyle>
            <a:lvl1pPr>
              <a:defRPr/>
            </a:lvl1pPr>
          </a:lstStyle>
          <a:p>
            <a:pPr>
              <a:defRPr/>
            </a:pPr>
            <a:r>
              <a:rPr lang="en-US" dirty="0">
                <a:solidFill>
                  <a:prstClr val="black"/>
                </a:solidFill>
              </a:rPr>
              <a:t>20XX</a:t>
            </a:r>
          </a:p>
        </p:txBody>
      </p:sp>
      <p:sp>
        <p:nvSpPr>
          <p:cNvPr id="15" name="Slide Number Placeholder 5">
            <a:extLst>
              <a:ext uri="{FF2B5EF4-FFF2-40B4-BE49-F238E27FC236}">
                <a16:creationId xmlns:a16="http://schemas.microsoft.com/office/drawing/2014/main" id="{F22742E1-6009-4FFB-A391-37B987F53002}"/>
              </a:ext>
            </a:extLst>
          </p:cNvPr>
          <p:cNvSpPr>
            <a:spLocks noGrp="1"/>
          </p:cNvSpPr>
          <p:nvPr>
            <p:ph type="sldNum" sz="quarter" idx="12"/>
          </p:nvPr>
        </p:nvSpPr>
        <p:spPr>
          <a:xfrm>
            <a:off x="11365992" y="6356350"/>
            <a:ext cx="630936"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6B786C7-B8F9-4072-AAAA-17258464D730}" type="slidenum">
              <a:rPr kumimoji="0" lang="en-US" sz="1050" b="0" i="0" u="none" strike="noStrike" kern="1200" cap="none" spc="0" normalizeH="0" baseline="0" noProof="0" smtClean="0">
                <a:ln>
                  <a:noFill/>
                </a:ln>
                <a:solidFill>
                  <a:prstClr val="black"/>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dirty="0">
              <a:ln>
                <a:noFill/>
              </a:ln>
              <a:solidFill>
                <a:prstClr val="black"/>
              </a:solidFill>
              <a:effectLst/>
              <a:uLnTx/>
              <a:uFillTx/>
              <a:latin typeface="Avenir Next LT Pro"/>
              <a:ea typeface="+mn-ea"/>
              <a:cs typeface="+mn-cs"/>
            </a:endParaRPr>
          </a:p>
        </p:txBody>
      </p:sp>
    </p:spTree>
    <p:extLst>
      <p:ext uri="{BB962C8B-B14F-4D97-AF65-F5344CB8AC3E}">
        <p14:creationId xmlns:p14="http://schemas.microsoft.com/office/powerpoint/2010/main" val="35892165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83FEABB-56CC-491D-830B-02C0466DABB6}"/>
              </a:ext>
              <a:ext uri="{C183D7F6-B498-43B3-948B-1728B52AA6E4}">
                <adec:decorative xmlns:adec="http://schemas.microsoft.com/office/drawing/2017/decorative" val="1"/>
              </a:ext>
            </a:extLst>
          </p:cNvPr>
          <p:cNvSpPr/>
          <p:nvPr userDrawn="1"/>
        </p:nvSpPr>
        <p:spPr>
          <a:xfrm>
            <a:off x="0" y="0"/>
            <a:ext cx="3048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4" name="Title 3">
            <a:extLst>
              <a:ext uri="{FF2B5EF4-FFF2-40B4-BE49-F238E27FC236}">
                <a16:creationId xmlns:a16="http://schemas.microsoft.com/office/drawing/2014/main" id="{34F3EF5A-453C-4D68-BA86-2FB1DE61C17C}"/>
              </a:ext>
            </a:extLst>
          </p:cNvPr>
          <p:cNvSpPr>
            <a:spLocks noGrp="1"/>
          </p:cNvSpPr>
          <p:nvPr>
            <p:ph type="title" hasCustomPrompt="1"/>
          </p:nvPr>
        </p:nvSpPr>
        <p:spPr>
          <a:xfrm>
            <a:off x="331787" y="996950"/>
            <a:ext cx="2384425" cy="4946650"/>
          </a:xfrm>
        </p:spPr>
        <p:txBody>
          <a:bodyPr/>
          <a:lstStyle>
            <a:lvl1pPr>
              <a:lnSpc>
                <a:spcPct val="100000"/>
              </a:lnSpc>
              <a:defRPr spc="-20" baseline="0">
                <a:solidFill>
                  <a:schemeClr val="bg1"/>
                </a:solidFill>
              </a:defRPr>
            </a:lvl1pPr>
          </a:lstStyle>
          <a:p>
            <a:r>
              <a:rPr lang="en-US" dirty="0"/>
              <a:t>Click  to add text</a:t>
            </a:r>
          </a:p>
        </p:txBody>
      </p:sp>
      <p:sp>
        <p:nvSpPr>
          <p:cNvPr id="9" name="Footer Placeholder 4">
            <a:extLst>
              <a:ext uri="{FF2B5EF4-FFF2-40B4-BE49-F238E27FC236}">
                <a16:creationId xmlns:a16="http://schemas.microsoft.com/office/drawing/2014/main" id="{59321BA0-41E1-404D-9063-DF281D1865F3}"/>
              </a:ext>
            </a:extLst>
          </p:cNvPr>
          <p:cNvSpPr>
            <a:spLocks noGrp="1"/>
          </p:cNvSpPr>
          <p:nvPr>
            <p:ph type="ftr" sz="quarter" idx="11"/>
          </p:nvPr>
        </p:nvSpPr>
        <p:spPr>
          <a:xfrm>
            <a:off x="199277" y="6356350"/>
            <a:ext cx="2771138" cy="365125"/>
          </a:xfrm>
        </p:spPr>
        <p:txBody>
          <a:bodyPr/>
          <a:lstStyle>
            <a:lvl1pPr>
              <a:defRPr>
                <a:solidFill>
                  <a:schemeClr val="bg1"/>
                </a:solidFill>
              </a:defRPr>
            </a:lvl1pPr>
          </a:lstStyle>
          <a:p>
            <a:pPr>
              <a:defRPr/>
            </a:pPr>
            <a:r>
              <a:rPr lang="en-US" dirty="0"/>
              <a:t>Presentation title</a:t>
            </a:r>
          </a:p>
        </p:txBody>
      </p:sp>
      <p:sp>
        <p:nvSpPr>
          <p:cNvPr id="3" name="Content Placeholder 2">
            <a:extLst>
              <a:ext uri="{FF2B5EF4-FFF2-40B4-BE49-F238E27FC236}">
                <a16:creationId xmlns:a16="http://schemas.microsoft.com/office/drawing/2014/main" id="{3671CEA4-8F84-4893-8A45-28DB0AE2068C}"/>
              </a:ext>
            </a:extLst>
          </p:cNvPr>
          <p:cNvSpPr>
            <a:spLocks noGrp="1"/>
          </p:cNvSpPr>
          <p:nvPr>
            <p:ph sz="quarter" idx="14" hasCustomPrompt="1"/>
          </p:nvPr>
        </p:nvSpPr>
        <p:spPr>
          <a:xfrm>
            <a:off x="3422650" y="996950"/>
            <a:ext cx="8367713" cy="4545013"/>
          </a:xfrm>
        </p:spPr>
        <p:txBody>
          <a:bodyPr/>
          <a:lstStyle>
            <a:lvl1pPr>
              <a:defRPr/>
            </a:lvl1pPr>
          </a:lstStyle>
          <a:p>
            <a:pPr lvl="0"/>
            <a:r>
              <a:rPr lang="en-US" dirty="0"/>
              <a:t>Click to add content</a:t>
            </a:r>
          </a:p>
        </p:txBody>
      </p:sp>
      <p:sp>
        <p:nvSpPr>
          <p:cNvPr id="10" name="Date Placeholder 3">
            <a:extLst>
              <a:ext uri="{FF2B5EF4-FFF2-40B4-BE49-F238E27FC236}">
                <a16:creationId xmlns:a16="http://schemas.microsoft.com/office/drawing/2014/main" id="{C99D2EA6-8453-4240-88D1-460E269D8884}"/>
              </a:ext>
            </a:extLst>
          </p:cNvPr>
          <p:cNvSpPr>
            <a:spLocks noGrp="1"/>
          </p:cNvSpPr>
          <p:nvPr>
            <p:ph type="dt" sz="half" idx="10"/>
          </p:nvPr>
        </p:nvSpPr>
        <p:spPr>
          <a:xfrm>
            <a:off x="7013448" y="6355080"/>
            <a:ext cx="4352544" cy="365125"/>
          </a:xfrm>
        </p:spPr>
        <p:txBody>
          <a:bodyPr/>
          <a:lstStyle>
            <a:lvl1pPr>
              <a:defRPr/>
            </a:lvl1pPr>
          </a:lstStyle>
          <a:p>
            <a:pPr>
              <a:defRPr/>
            </a:pPr>
            <a:r>
              <a:rPr lang="en-US" dirty="0">
                <a:solidFill>
                  <a:prstClr val="black"/>
                </a:solidFill>
              </a:rPr>
              <a:t>20XX</a:t>
            </a:r>
          </a:p>
        </p:txBody>
      </p:sp>
      <p:sp>
        <p:nvSpPr>
          <p:cNvPr id="11" name="Slide Number Placeholder 5">
            <a:extLst>
              <a:ext uri="{FF2B5EF4-FFF2-40B4-BE49-F238E27FC236}">
                <a16:creationId xmlns:a16="http://schemas.microsoft.com/office/drawing/2014/main" id="{02DD4984-9B40-488F-B903-2E0419551F49}"/>
              </a:ext>
            </a:extLst>
          </p:cNvPr>
          <p:cNvSpPr>
            <a:spLocks noGrp="1"/>
          </p:cNvSpPr>
          <p:nvPr>
            <p:ph type="sldNum" sz="quarter" idx="12"/>
          </p:nvPr>
        </p:nvSpPr>
        <p:spPr>
          <a:xfrm>
            <a:off x="11365992" y="6356350"/>
            <a:ext cx="630936"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6B786C7-B8F9-4072-AAAA-17258464D730}" type="slidenum">
              <a:rPr kumimoji="0" lang="en-US" sz="1050" b="0" i="0" u="none" strike="noStrike" kern="1200" cap="none" spc="0" normalizeH="0" baseline="0" noProof="0" smtClean="0">
                <a:ln>
                  <a:noFill/>
                </a:ln>
                <a:solidFill>
                  <a:prstClr val="black"/>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dirty="0">
              <a:ln>
                <a:noFill/>
              </a:ln>
              <a:solidFill>
                <a:prstClr val="black"/>
              </a:solidFill>
              <a:effectLst/>
              <a:uLnTx/>
              <a:uFillTx/>
              <a:latin typeface="Avenir Next LT Pro"/>
              <a:ea typeface="+mn-ea"/>
              <a:cs typeface="+mn-cs"/>
            </a:endParaRPr>
          </a:p>
        </p:txBody>
      </p:sp>
    </p:spTree>
    <p:extLst>
      <p:ext uri="{BB962C8B-B14F-4D97-AF65-F5344CB8AC3E}">
        <p14:creationId xmlns:p14="http://schemas.microsoft.com/office/powerpoint/2010/main" val="1773759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6" name="Picture Placeholder 22">
            <a:extLst>
              <a:ext uri="{FF2B5EF4-FFF2-40B4-BE49-F238E27FC236}">
                <a16:creationId xmlns:a16="http://schemas.microsoft.com/office/drawing/2014/main" id="{AD3C5B21-C400-4C50-8684-59543CDC43F2}"/>
              </a:ext>
            </a:extLst>
          </p:cNvPr>
          <p:cNvSpPr>
            <a:spLocks noGrp="1"/>
          </p:cNvSpPr>
          <p:nvPr>
            <p:ph type="pic" sz="quarter" idx="13" hasCustomPrompt="1"/>
          </p:nvPr>
        </p:nvSpPr>
        <p:spPr>
          <a:xfrm>
            <a:off x="-2" y="0"/>
            <a:ext cx="12192000" cy="6858000"/>
          </a:xfrm>
          <a:noFill/>
        </p:spPr>
        <p:txBody>
          <a:bodyPr/>
          <a:lstStyle>
            <a:lvl1pPr marL="0" indent="0" algn="ctr">
              <a:buNone/>
              <a:defRPr/>
            </a:lvl1pPr>
          </a:lstStyle>
          <a:p>
            <a:r>
              <a:rPr lang="en-US" dirty="0"/>
              <a:t>Click to add photo</a:t>
            </a:r>
          </a:p>
        </p:txBody>
      </p:sp>
      <p:sp>
        <p:nvSpPr>
          <p:cNvPr id="17" name="Title 1">
            <a:extLst>
              <a:ext uri="{FF2B5EF4-FFF2-40B4-BE49-F238E27FC236}">
                <a16:creationId xmlns:a16="http://schemas.microsoft.com/office/drawing/2014/main" id="{F81B040C-8943-4433-BFE9-AFB1F7C9ED4F}"/>
              </a:ext>
            </a:extLst>
          </p:cNvPr>
          <p:cNvSpPr>
            <a:spLocks noGrp="1"/>
          </p:cNvSpPr>
          <p:nvPr>
            <p:ph type="ctrTitle"/>
          </p:nvPr>
        </p:nvSpPr>
        <p:spPr>
          <a:xfrm>
            <a:off x="1177636" y="-2"/>
            <a:ext cx="11014364" cy="4100947"/>
          </a:xfrm>
          <a:gradFill>
            <a:gsLst>
              <a:gs pos="77000">
                <a:srgbClr val="000000">
                  <a:alpha val="30000"/>
                </a:srgbClr>
              </a:gs>
              <a:gs pos="38000">
                <a:srgbClr val="000000">
                  <a:alpha val="20000"/>
                </a:srgbClr>
              </a:gs>
              <a:gs pos="0">
                <a:srgbClr val="000000">
                  <a:alpha val="0"/>
                </a:srgbClr>
              </a:gs>
              <a:gs pos="20000">
                <a:srgbClr val="000000">
                  <a:alpha val="0"/>
                </a:srgbClr>
              </a:gs>
              <a:gs pos="100000">
                <a:srgbClr val="000000">
                  <a:alpha val="30000"/>
                </a:srgbClr>
              </a:gs>
            </a:gsLst>
            <a:lin ang="21594000" scaled="0"/>
          </a:gradFill>
        </p:spPr>
        <p:txBody>
          <a:bodyPr rIns="731520">
            <a:normAutofit/>
          </a:bodyPr>
          <a:lstStyle>
            <a:lvl1pPr algn="r">
              <a:defRPr sz="6000">
                <a:solidFill>
                  <a:schemeClr val="bg1"/>
                </a:solidFill>
              </a:defRPr>
            </a:lvl1pPr>
          </a:lstStyle>
          <a:p>
            <a:pPr algn="r"/>
            <a:r>
              <a:rPr lang="en-US">
                <a:solidFill>
                  <a:srgbClr val="FFFFFF"/>
                </a:solidFill>
                <a:effectLst>
                  <a:outerShdw blurRad="38100" dist="38100" dir="2700000" algn="tl">
                    <a:srgbClr val="000000">
                      <a:alpha val="43137"/>
                    </a:srgbClr>
                  </a:outerShdw>
                </a:effectLst>
              </a:rPr>
              <a:t>Click to edit Master title style</a:t>
            </a:r>
            <a:endParaRPr lang="en-US" dirty="0">
              <a:solidFill>
                <a:srgbClr val="FFFFFF"/>
              </a:solidFill>
              <a:effectLst>
                <a:outerShdw blurRad="38100" dist="38100" dir="2700000" algn="tl">
                  <a:srgbClr val="000000">
                    <a:alpha val="43137"/>
                  </a:srgbClr>
                </a:outerShdw>
              </a:effectLst>
            </a:endParaRPr>
          </a:p>
        </p:txBody>
      </p:sp>
      <p:sp>
        <p:nvSpPr>
          <p:cNvPr id="18" name="Subtitle 2">
            <a:extLst>
              <a:ext uri="{FF2B5EF4-FFF2-40B4-BE49-F238E27FC236}">
                <a16:creationId xmlns:a16="http://schemas.microsoft.com/office/drawing/2014/main" id="{741A6711-44B3-4723-90E5-802B2DBD8616}"/>
              </a:ext>
            </a:extLst>
          </p:cNvPr>
          <p:cNvSpPr>
            <a:spLocks noGrp="1"/>
          </p:cNvSpPr>
          <p:nvPr>
            <p:ph type="subTitle" idx="1"/>
          </p:nvPr>
        </p:nvSpPr>
        <p:spPr>
          <a:xfrm>
            <a:off x="3241963" y="4089656"/>
            <a:ext cx="8950035" cy="2796566"/>
          </a:xfrm>
          <a:gradFill>
            <a:gsLst>
              <a:gs pos="77000">
                <a:srgbClr val="000000">
                  <a:alpha val="30000"/>
                </a:srgbClr>
              </a:gs>
              <a:gs pos="33000">
                <a:srgbClr val="000000">
                  <a:alpha val="20000"/>
                </a:srgbClr>
              </a:gs>
              <a:gs pos="0">
                <a:srgbClr val="000000">
                  <a:alpha val="0"/>
                </a:srgbClr>
              </a:gs>
              <a:gs pos="100000">
                <a:srgbClr val="000000">
                  <a:alpha val="30000"/>
                </a:srgbClr>
              </a:gs>
            </a:gsLst>
            <a:lin ang="21594000" scaled="0"/>
          </a:gradFill>
        </p:spPr>
        <p:txBody>
          <a:bodyPr tIns="640080" rIns="731520" anchor="t">
            <a:normAutofit/>
          </a:bodyPr>
          <a:lstStyle>
            <a:lvl1pPr marL="0" indent="0" algn="r">
              <a:buNone/>
              <a:defRPr sz="2800" b="1" baseline="0">
                <a:solidFill>
                  <a:schemeClr val="bg1"/>
                </a:solidFill>
              </a:defRPr>
            </a:lvl1pPr>
          </a:lstStyle>
          <a:p>
            <a:pPr algn="r"/>
            <a:r>
              <a:rPr lang="en-US">
                <a:solidFill>
                  <a:srgbClr val="FFFFFF"/>
                </a:solidFill>
                <a:effectLst>
                  <a:outerShdw blurRad="38100" dist="38100" dir="2700000" algn="tl">
                    <a:srgbClr val="000000">
                      <a:alpha val="43137"/>
                    </a:srgbClr>
                  </a:outerShdw>
                </a:effectLst>
              </a:rPr>
              <a:t>Click to edit Master subtitle style</a:t>
            </a:r>
            <a:endParaRPr lang="en-US" dirty="0">
              <a:solidFill>
                <a:srgbClr val="FFFFFF"/>
              </a:solidFill>
              <a:effectLst>
                <a:outerShdw blurRad="38100" dist="38100" dir="2700000" algn="tl">
                  <a:srgbClr val="000000">
                    <a:alpha val="43137"/>
                  </a:srgbClr>
                </a:outerShdw>
              </a:effectLst>
            </a:endParaRPr>
          </a:p>
        </p:txBody>
      </p:sp>
      <p:sp>
        <p:nvSpPr>
          <p:cNvPr id="19" name="Footer Placeholder 4">
            <a:extLst>
              <a:ext uri="{FF2B5EF4-FFF2-40B4-BE49-F238E27FC236}">
                <a16:creationId xmlns:a16="http://schemas.microsoft.com/office/drawing/2014/main" id="{B79A2161-66FE-4C11-AD83-5824307CBD6F}"/>
              </a:ext>
            </a:extLst>
          </p:cNvPr>
          <p:cNvSpPr>
            <a:spLocks noGrp="1"/>
          </p:cNvSpPr>
          <p:nvPr>
            <p:ph type="ftr" sz="quarter" idx="11"/>
          </p:nvPr>
        </p:nvSpPr>
        <p:spPr>
          <a:xfrm>
            <a:off x="201168" y="6356350"/>
            <a:ext cx="4837176" cy="365125"/>
          </a:xfrm>
        </p:spPr>
        <p:txBody>
          <a:bodyPr/>
          <a:lstStyle>
            <a:lvl1pPr>
              <a:defRPr>
                <a:solidFill>
                  <a:schemeClr val="bg1"/>
                </a:solidFill>
              </a:defRPr>
            </a:lvl1pPr>
          </a:lstStyle>
          <a:p>
            <a:pPr>
              <a:defRPr/>
            </a:pPr>
            <a:r>
              <a:rPr lang="en-US" dirty="0">
                <a:effectLst>
                  <a:outerShdw blurRad="38100" dist="38100" dir="2700000" algn="tl">
                    <a:srgbClr val="000000">
                      <a:alpha val="43137"/>
                    </a:srgbClr>
                  </a:outerShdw>
                </a:effectLst>
              </a:rPr>
              <a:t>Presentation title</a:t>
            </a:r>
          </a:p>
        </p:txBody>
      </p:sp>
      <p:sp>
        <p:nvSpPr>
          <p:cNvPr id="20" name="Date Placeholder 3">
            <a:extLst>
              <a:ext uri="{FF2B5EF4-FFF2-40B4-BE49-F238E27FC236}">
                <a16:creationId xmlns:a16="http://schemas.microsoft.com/office/drawing/2014/main" id="{91399727-F37D-4748-90E8-B5B6F5312FF1}"/>
              </a:ext>
            </a:extLst>
          </p:cNvPr>
          <p:cNvSpPr>
            <a:spLocks noGrp="1"/>
          </p:cNvSpPr>
          <p:nvPr>
            <p:ph type="dt" sz="half" idx="10"/>
          </p:nvPr>
        </p:nvSpPr>
        <p:spPr>
          <a:xfrm>
            <a:off x="7013448" y="6355080"/>
            <a:ext cx="4352544" cy="365125"/>
          </a:xfrm>
        </p:spPr>
        <p:txBody>
          <a:bodyPr/>
          <a:lstStyle>
            <a:lvl1pPr>
              <a:defRPr>
                <a:solidFill>
                  <a:schemeClr val="bg1"/>
                </a:solidFill>
              </a:defRPr>
            </a:lvl1pPr>
          </a:lstStyle>
          <a:p>
            <a:pPr>
              <a:defRPr/>
            </a:pPr>
            <a:r>
              <a:rPr lang="en-US" dirty="0">
                <a:effectLst>
                  <a:outerShdw blurRad="38100" dist="38100" dir="2700000" algn="tl">
                    <a:srgbClr val="000000">
                      <a:alpha val="43137"/>
                    </a:srgbClr>
                  </a:outerShdw>
                </a:effectLst>
              </a:rPr>
              <a:t>20XX</a:t>
            </a:r>
          </a:p>
        </p:txBody>
      </p:sp>
      <p:sp>
        <p:nvSpPr>
          <p:cNvPr id="21" name="Slide Number Placeholder 5">
            <a:extLst>
              <a:ext uri="{FF2B5EF4-FFF2-40B4-BE49-F238E27FC236}">
                <a16:creationId xmlns:a16="http://schemas.microsoft.com/office/drawing/2014/main" id="{B9DE4FD1-0950-4A6A-8167-F0E9C622D106}"/>
              </a:ext>
            </a:extLst>
          </p:cNvPr>
          <p:cNvSpPr>
            <a:spLocks noGrp="1"/>
          </p:cNvSpPr>
          <p:nvPr>
            <p:ph type="sldNum" sz="quarter" idx="12"/>
          </p:nvPr>
        </p:nvSpPr>
        <p:spPr>
          <a:xfrm>
            <a:off x="11365992" y="6356350"/>
            <a:ext cx="630936" cy="365125"/>
          </a:xfrm>
        </p:spPr>
        <p:txBody>
          <a:bodyPr/>
          <a:lstStyle>
            <a:lvl1pPr>
              <a:defRPr>
                <a:solidFill>
                  <a:schemeClr val="bg1"/>
                </a:solidFill>
              </a:defRPr>
            </a:lvl1pPr>
          </a:lstStyle>
          <a:p>
            <a:pPr>
              <a:defRPr/>
            </a:pPr>
            <a:fld id="{CD6D940D-6D44-4DF9-9322-B4B11F7EDCD0}" type="slidenum">
              <a:rPr lang="en-US" smtClean="0">
                <a:effectLst>
                  <a:outerShdw blurRad="38100" dist="38100" dir="2700000" algn="tl">
                    <a:srgbClr val="000000">
                      <a:alpha val="43137"/>
                    </a:srgbClr>
                  </a:outerShdw>
                </a:effectLst>
              </a:rPr>
              <a:pPr>
                <a:defRPr/>
              </a:pPr>
              <a:t>‹#›</a:t>
            </a:fld>
            <a:endParaRPr lang="en-US"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0670471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4A42DEE-636F-4A79-B56A-5AF989E1FDC5}"/>
              </a:ext>
              <a:ext uri="{C183D7F6-B498-43B3-948B-1728B52AA6E4}">
                <adec:decorative xmlns:adec="http://schemas.microsoft.com/office/drawing/2017/decorative" val="1"/>
              </a:ext>
            </a:extLst>
          </p:cNvPr>
          <p:cNvSpPr/>
          <p:nvPr userDrawn="1"/>
        </p:nvSpPr>
        <p:spPr>
          <a:xfrm>
            <a:off x="0" y="0"/>
            <a:ext cx="12192000" cy="11504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10" name="Title 9">
            <a:extLst>
              <a:ext uri="{FF2B5EF4-FFF2-40B4-BE49-F238E27FC236}">
                <a16:creationId xmlns:a16="http://schemas.microsoft.com/office/drawing/2014/main" id="{B75C9195-04C9-4D9A-B613-44A5F5900DBD}"/>
              </a:ext>
            </a:extLst>
          </p:cNvPr>
          <p:cNvSpPr>
            <a:spLocks noGrp="1"/>
          </p:cNvSpPr>
          <p:nvPr>
            <p:ph type="title" hasCustomPrompt="1"/>
          </p:nvPr>
        </p:nvSpPr>
        <p:spPr>
          <a:xfrm>
            <a:off x="1002983" y="194783"/>
            <a:ext cx="9421177" cy="769493"/>
          </a:xfrm>
        </p:spPr>
        <p:txBody>
          <a:bodyPr anchor="ctr"/>
          <a:lstStyle>
            <a:lvl1pPr>
              <a:lnSpc>
                <a:spcPct val="100000"/>
              </a:lnSpc>
              <a:defRPr spc="-20" baseline="0">
                <a:solidFill>
                  <a:schemeClr val="bg1"/>
                </a:solidFill>
              </a:defRPr>
            </a:lvl1pPr>
          </a:lstStyle>
          <a:p>
            <a:r>
              <a:rPr lang="en-US" dirty="0"/>
              <a:t>Click to add title</a:t>
            </a:r>
          </a:p>
        </p:txBody>
      </p:sp>
      <p:sp>
        <p:nvSpPr>
          <p:cNvPr id="8" name="Content Placeholder 7">
            <a:extLst>
              <a:ext uri="{FF2B5EF4-FFF2-40B4-BE49-F238E27FC236}">
                <a16:creationId xmlns:a16="http://schemas.microsoft.com/office/drawing/2014/main" id="{4C5A662A-E279-494E-8389-ADC6E870E38D}"/>
              </a:ext>
            </a:extLst>
          </p:cNvPr>
          <p:cNvSpPr>
            <a:spLocks noGrp="1"/>
          </p:cNvSpPr>
          <p:nvPr>
            <p:ph sz="quarter" idx="14" hasCustomPrompt="1"/>
          </p:nvPr>
        </p:nvSpPr>
        <p:spPr>
          <a:xfrm>
            <a:off x="931863" y="1695450"/>
            <a:ext cx="10328275" cy="4314825"/>
          </a:xfrm>
        </p:spPr>
        <p:txBody>
          <a:bodyPr/>
          <a:lstStyle>
            <a:lvl1pPr>
              <a:defRPr/>
            </a:lvl1pPr>
          </a:lstStyle>
          <a:p>
            <a:pPr lvl="0"/>
            <a:r>
              <a:rPr lang="en-US" dirty="0"/>
              <a:t>Click to add content</a:t>
            </a:r>
          </a:p>
        </p:txBody>
      </p:sp>
      <p:sp>
        <p:nvSpPr>
          <p:cNvPr id="4" name="Footer Placeholder 4">
            <a:extLst>
              <a:ext uri="{FF2B5EF4-FFF2-40B4-BE49-F238E27FC236}">
                <a16:creationId xmlns:a16="http://schemas.microsoft.com/office/drawing/2014/main" id="{1420B3F9-9DEF-4500-91D7-25F0B5E91FBF}"/>
              </a:ext>
            </a:extLst>
          </p:cNvPr>
          <p:cNvSpPr>
            <a:spLocks noGrp="1"/>
          </p:cNvSpPr>
          <p:nvPr>
            <p:ph type="ftr" sz="quarter" idx="11"/>
          </p:nvPr>
        </p:nvSpPr>
        <p:spPr>
          <a:xfrm>
            <a:off x="201168" y="6356350"/>
            <a:ext cx="4837176" cy="365125"/>
          </a:xfrm>
        </p:spPr>
        <p:txBody>
          <a:bodyPr/>
          <a:lstStyle>
            <a:lvl1pPr>
              <a:defRPr/>
            </a:lvl1pPr>
          </a:lstStyle>
          <a:p>
            <a:r>
              <a:rPr lang="en-US" dirty="0">
                <a:solidFill>
                  <a:prstClr val="black"/>
                </a:solidFill>
              </a:rPr>
              <a:t>Presentation title</a:t>
            </a:r>
          </a:p>
        </p:txBody>
      </p:sp>
      <p:sp>
        <p:nvSpPr>
          <p:cNvPr id="5" name="Date Placeholder 3">
            <a:extLst>
              <a:ext uri="{FF2B5EF4-FFF2-40B4-BE49-F238E27FC236}">
                <a16:creationId xmlns:a16="http://schemas.microsoft.com/office/drawing/2014/main" id="{05E504E9-EAD2-4BE5-9736-CED43FF24552}"/>
              </a:ext>
            </a:extLst>
          </p:cNvPr>
          <p:cNvSpPr>
            <a:spLocks noGrp="1"/>
          </p:cNvSpPr>
          <p:nvPr>
            <p:ph type="dt" sz="half" idx="10"/>
          </p:nvPr>
        </p:nvSpPr>
        <p:spPr>
          <a:xfrm>
            <a:off x="7013448" y="6355080"/>
            <a:ext cx="4352544" cy="365125"/>
          </a:xfrm>
        </p:spPr>
        <p:txBody>
          <a:bodyPr/>
          <a:lstStyle>
            <a:lvl1pPr>
              <a:defRPr/>
            </a:lvl1pPr>
          </a:lstStyle>
          <a:p>
            <a:pPr>
              <a:defRPr/>
            </a:pPr>
            <a:r>
              <a:rPr lang="en-US" dirty="0">
                <a:solidFill>
                  <a:prstClr val="black"/>
                </a:solidFill>
              </a:rPr>
              <a:t>20XX</a:t>
            </a:r>
          </a:p>
        </p:txBody>
      </p:sp>
      <p:sp>
        <p:nvSpPr>
          <p:cNvPr id="6" name="Slide Number Placeholder 5">
            <a:extLst>
              <a:ext uri="{FF2B5EF4-FFF2-40B4-BE49-F238E27FC236}">
                <a16:creationId xmlns:a16="http://schemas.microsoft.com/office/drawing/2014/main" id="{8C3EB613-AF5E-423F-A78B-94F856BF646A}"/>
              </a:ext>
            </a:extLst>
          </p:cNvPr>
          <p:cNvSpPr>
            <a:spLocks noGrp="1"/>
          </p:cNvSpPr>
          <p:nvPr>
            <p:ph type="sldNum" sz="quarter" idx="12"/>
          </p:nvPr>
        </p:nvSpPr>
        <p:spPr>
          <a:xfrm>
            <a:off x="11365992" y="6356350"/>
            <a:ext cx="630936"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6B786C7-B8F9-4072-AAAA-17258464D730}" type="slidenum">
              <a:rPr kumimoji="0" lang="en-US" sz="1050" b="0" i="0" u="none" strike="noStrike" kern="1200" cap="none" spc="0" normalizeH="0" baseline="0" noProof="0" smtClean="0">
                <a:ln>
                  <a:noFill/>
                </a:ln>
                <a:solidFill>
                  <a:prstClr val="black"/>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dirty="0">
              <a:ln>
                <a:noFill/>
              </a:ln>
              <a:solidFill>
                <a:prstClr val="black"/>
              </a:solidFill>
              <a:effectLst/>
              <a:uLnTx/>
              <a:uFillTx/>
              <a:latin typeface="Avenir Next LT Pro"/>
              <a:ea typeface="+mn-ea"/>
              <a:cs typeface="+mn-cs"/>
            </a:endParaRPr>
          </a:p>
        </p:txBody>
      </p:sp>
    </p:spTree>
    <p:extLst>
      <p:ext uri="{BB962C8B-B14F-4D97-AF65-F5344CB8AC3E}">
        <p14:creationId xmlns:p14="http://schemas.microsoft.com/office/powerpoint/2010/main" val="42719984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6F922A0-5527-4314-A2EA-E5CF34EF9434}"/>
              </a:ext>
              <a:ext uri="{C183D7F6-B498-43B3-948B-1728B52AA6E4}">
                <adec:decorative xmlns:adec="http://schemas.microsoft.com/office/drawing/2017/decorative" val="1"/>
              </a:ext>
            </a:extLst>
          </p:cNvPr>
          <p:cNvSpPr/>
          <p:nvPr userDrawn="1"/>
        </p:nvSpPr>
        <p:spPr>
          <a:xfrm>
            <a:off x="0" y="0"/>
            <a:ext cx="12192000" cy="11504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10" name="Title 9">
            <a:extLst>
              <a:ext uri="{FF2B5EF4-FFF2-40B4-BE49-F238E27FC236}">
                <a16:creationId xmlns:a16="http://schemas.microsoft.com/office/drawing/2014/main" id="{96EC4CB6-956E-48EB-86AC-B40D89D74215}"/>
              </a:ext>
            </a:extLst>
          </p:cNvPr>
          <p:cNvSpPr>
            <a:spLocks noGrp="1"/>
          </p:cNvSpPr>
          <p:nvPr>
            <p:ph type="title" hasCustomPrompt="1"/>
          </p:nvPr>
        </p:nvSpPr>
        <p:spPr>
          <a:xfrm>
            <a:off x="1000759" y="194783"/>
            <a:ext cx="10022841" cy="760892"/>
          </a:xfrm>
        </p:spPr>
        <p:txBody>
          <a:bodyPr anchor="ctr"/>
          <a:lstStyle>
            <a:lvl1pPr>
              <a:lnSpc>
                <a:spcPct val="100000"/>
              </a:lnSpc>
              <a:defRPr spc="-20" baseline="0">
                <a:solidFill>
                  <a:schemeClr val="bg1"/>
                </a:solidFill>
              </a:defRPr>
            </a:lvl1pPr>
          </a:lstStyle>
          <a:p>
            <a:r>
              <a:rPr lang="en-US" dirty="0"/>
              <a:t>Click to add title</a:t>
            </a:r>
          </a:p>
        </p:txBody>
      </p:sp>
      <p:sp>
        <p:nvSpPr>
          <p:cNvPr id="9" name="Content Placeholder 8">
            <a:extLst>
              <a:ext uri="{FF2B5EF4-FFF2-40B4-BE49-F238E27FC236}">
                <a16:creationId xmlns:a16="http://schemas.microsoft.com/office/drawing/2014/main" id="{13FA4250-BD33-40AE-934A-A473029C5CA5}"/>
              </a:ext>
            </a:extLst>
          </p:cNvPr>
          <p:cNvSpPr>
            <a:spLocks noGrp="1"/>
          </p:cNvSpPr>
          <p:nvPr>
            <p:ph sz="quarter" idx="14" hasCustomPrompt="1"/>
          </p:nvPr>
        </p:nvSpPr>
        <p:spPr>
          <a:xfrm>
            <a:off x="646112" y="1560513"/>
            <a:ext cx="10899776" cy="4341812"/>
          </a:xfrm>
        </p:spPr>
        <p:txBody>
          <a:bodyPr/>
          <a:lstStyle>
            <a:lvl1pPr>
              <a:defRPr/>
            </a:lvl1pPr>
          </a:lstStyle>
          <a:p>
            <a:pPr lvl="0"/>
            <a:r>
              <a:rPr lang="en-US" dirty="0"/>
              <a:t>Click to add content</a:t>
            </a:r>
          </a:p>
        </p:txBody>
      </p:sp>
      <p:sp>
        <p:nvSpPr>
          <p:cNvPr id="4" name="Footer Placeholder 4">
            <a:extLst>
              <a:ext uri="{FF2B5EF4-FFF2-40B4-BE49-F238E27FC236}">
                <a16:creationId xmlns:a16="http://schemas.microsoft.com/office/drawing/2014/main" id="{771E7CA1-3FAA-4961-8BAC-93AB2EF6526B}"/>
              </a:ext>
            </a:extLst>
          </p:cNvPr>
          <p:cNvSpPr>
            <a:spLocks noGrp="1"/>
          </p:cNvSpPr>
          <p:nvPr>
            <p:ph type="ftr" sz="quarter" idx="11"/>
          </p:nvPr>
        </p:nvSpPr>
        <p:spPr>
          <a:xfrm>
            <a:off x="201168" y="6356350"/>
            <a:ext cx="4837176" cy="365125"/>
          </a:xfrm>
        </p:spPr>
        <p:txBody>
          <a:bodyPr/>
          <a:lstStyle>
            <a:lvl1pPr>
              <a:defRPr/>
            </a:lvl1pPr>
          </a:lstStyle>
          <a:p>
            <a:r>
              <a:rPr lang="en-US" dirty="0">
                <a:solidFill>
                  <a:prstClr val="black"/>
                </a:solidFill>
              </a:rPr>
              <a:t>Presentation title</a:t>
            </a:r>
          </a:p>
        </p:txBody>
      </p:sp>
      <p:sp>
        <p:nvSpPr>
          <p:cNvPr id="5" name="Date Placeholder 3">
            <a:extLst>
              <a:ext uri="{FF2B5EF4-FFF2-40B4-BE49-F238E27FC236}">
                <a16:creationId xmlns:a16="http://schemas.microsoft.com/office/drawing/2014/main" id="{520CC547-8B7E-4C4B-9B2A-04BD498A71C2}"/>
              </a:ext>
            </a:extLst>
          </p:cNvPr>
          <p:cNvSpPr>
            <a:spLocks noGrp="1"/>
          </p:cNvSpPr>
          <p:nvPr>
            <p:ph type="dt" sz="half" idx="10"/>
          </p:nvPr>
        </p:nvSpPr>
        <p:spPr>
          <a:xfrm>
            <a:off x="7013448" y="6355080"/>
            <a:ext cx="4352544" cy="365125"/>
          </a:xfrm>
        </p:spPr>
        <p:txBody>
          <a:bodyPr/>
          <a:lstStyle>
            <a:lvl1pPr>
              <a:defRPr/>
            </a:lvl1pPr>
          </a:lstStyle>
          <a:p>
            <a:pPr>
              <a:defRPr/>
            </a:pPr>
            <a:r>
              <a:rPr lang="en-US" dirty="0">
                <a:solidFill>
                  <a:prstClr val="black"/>
                </a:solidFill>
              </a:rPr>
              <a:t>20XX</a:t>
            </a:r>
          </a:p>
        </p:txBody>
      </p:sp>
      <p:sp>
        <p:nvSpPr>
          <p:cNvPr id="6" name="Slide Number Placeholder 5">
            <a:extLst>
              <a:ext uri="{FF2B5EF4-FFF2-40B4-BE49-F238E27FC236}">
                <a16:creationId xmlns:a16="http://schemas.microsoft.com/office/drawing/2014/main" id="{AD34245B-9DC4-457D-AB68-8E3BBB852943}"/>
              </a:ext>
            </a:extLst>
          </p:cNvPr>
          <p:cNvSpPr>
            <a:spLocks noGrp="1"/>
          </p:cNvSpPr>
          <p:nvPr>
            <p:ph type="sldNum" sz="quarter" idx="12"/>
          </p:nvPr>
        </p:nvSpPr>
        <p:spPr>
          <a:xfrm>
            <a:off x="11365992" y="6356350"/>
            <a:ext cx="630936"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6B786C7-B8F9-4072-AAAA-17258464D730}" type="slidenum">
              <a:rPr kumimoji="0" lang="en-US" sz="1050" b="0" i="0" u="none" strike="noStrike" kern="1200" cap="none" spc="0" normalizeH="0" baseline="0" noProof="0" smtClean="0">
                <a:ln>
                  <a:noFill/>
                </a:ln>
                <a:solidFill>
                  <a:prstClr val="black"/>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dirty="0">
              <a:ln>
                <a:noFill/>
              </a:ln>
              <a:solidFill>
                <a:prstClr val="black"/>
              </a:solidFill>
              <a:effectLst/>
              <a:uLnTx/>
              <a:uFillTx/>
              <a:latin typeface="Avenir Next LT Pro"/>
              <a:ea typeface="+mn-ea"/>
              <a:cs typeface="+mn-cs"/>
            </a:endParaRPr>
          </a:p>
        </p:txBody>
      </p:sp>
    </p:spTree>
    <p:extLst>
      <p:ext uri="{BB962C8B-B14F-4D97-AF65-F5344CB8AC3E}">
        <p14:creationId xmlns:p14="http://schemas.microsoft.com/office/powerpoint/2010/main" val="41909065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2 Columns">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5F516FD-E4AF-4BA2-902A-DA4674655726}"/>
              </a:ext>
              <a:ext uri="{C183D7F6-B498-43B3-948B-1728B52AA6E4}">
                <adec:decorative xmlns:adec="http://schemas.microsoft.com/office/drawing/2017/decorative" val="1"/>
              </a:ext>
            </a:extLst>
          </p:cNvPr>
          <p:cNvSpPr/>
          <p:nvPr userDrawn="1"/>
        </p:nvSpPr>
        <p:spPr>
          <a:xfrm>
            <a:off x="0" y="0"/>
            <a:ext cx="12192000" cy="11504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07F0F480-E13D-4322-ADF4-56769DC5AFF3}"/>
              </a:ext>
            </a:extLst>
          </p:cNvPr>
          <p:cNvSpPr>
            <a:spLocks noGrp="1"/>
          </p:cNvSpPr>
          <p:nvPr>
            <p:ph type="title" hasCustomPrompt="1"/>
          </p:nvPr>
        </p:nvSpPr>
        <p:spPr>
          <a:xfrm>
            <a:off x="1249680" y="190500"/>
            <a:ext cx="10036292" cy="773776"/>
          </a:xfrm>
        </p:spPr>
        <p:txBody>
          <a:bodyPr anchor="ctr"/>
          <a:lstStyle>
            <a:lvl1pPr algn="r">
              <a:lnSpc>
                <a:spcPct val="100000"/>
              </a:lnSpc>
              <a:defRPr spc="-20" baseline="0">
                <a:solidFill>
                  <a:schemeClr val="bg1"/>
                </a:solidFill>
              </a:defRPr>
            </a:lvl1pPr>
          </a:lstStyle>
          <a:p>
            <a:r>
              <a:rPr lang="en-US" dirty="0"/>
              <a:t>Click to add title</a:t>
            </a:r>
          </a:p>
        </p:txBody>
      </p:sp>
      <p:sp>
        <p:nvSpPr>
          <p:cNvPr id="12" name="Text Placeholder 30">
            <a:extLst>
              <a:ext uri="{FF2B5EF4-FFF2-40B4-BE49-F238E27FC236}">
                <a16:creationId xmlns:a16="http://schemas.microsoft.com/office/drawing/2014/main" id="{7F0BA818-CA3B-46FD-9A79-7BDC1D9CA710}"/>
              </a:ext>
            </a:extLst>
          </p:cNvPr>
          <p:cNvSpPr>
            <a:spLocks noGrp="1"/>
          </p:cNvSpPr>
          <p:nvPr>
            <p:ph type="body" sz="quarter" idx="14" hasCustomPrompt="1"/>
          </p:nvPr>
        </p:nvSpPr>
        <p:spPr>
          <a:xfrm>
            <a:off x="1209243" y="1764139"/>
            <a:ext cx="4756714" cy="597604"/>
          </a:xfrm>
          <a:prstGeom prst="rect">
            <a:avLst/>
          </a:prstGeom>
        </p:spPr>
        <p:txBody>
          <a:bodyPr/>
          <a:lstStyle>
            <a:lvl1pPr marL="0" indent="0">
              <a:buNone/>
              <a:defRPr sz="2400" b="1">
                <a:solidFill>
                  <a:schemeClr val="accent2"/>
                </a:solidFill>
              </a:defRPr>
            </a:lvl1pPr>
          </a:lstStyle>
          <a:p>
            <a:pPr lvl="0"/>
            <a:r>
              <a:rPr lang="en-US" dirty="0"/>
              <a:t>Click to add subtitle</a:t>
            </a:r>
          </a:p>
        </p:txBody>
      </p:sp>
      <p:sp>
        <p:nvSpPr>
          <p:cNvPr id="17" name="Text Placeholder 15">
            <a:extLst>
              <a:ext uri="{FF2B5EF4-FFF2-40B4-BE49-F238E27FC236}">
                <a16:creationId xmlns:a16="http://schemas.microsoft.com/office/drawing/2014/main" id="{4EAD007E-B9BB-4C9F-BDC8-127A77F0F96D}"/>
              </a:ext>
            </a:extLst>
          </p:cNvPr>
          <p:cNvSpPr>
            <a:spLocks noGrp="1"/>
          </p:cNvSpPr>
          <p:nvPr>
            <p:ph type="body" sz="quarter" idx="17" hasCustomPrompt="1"/>
          </p:nvPr>
        </p:nvSpPr>
        <p:spPr>
          <a:xfrm>
            <a:off x="1209243" y="2374900"/>
            <a:ext cx="4756714" cy="3365500"/>
          </a:xfrm>
        </p:spPr>
        <p:txBody>
          <a:bodyPr>
            <a:normAutofit/>
          </a:bodyPr>
          <a:lstStyle>
            <a:lvl1pPr>
              <a:defRPr sz="2000"/>
            </a:lvl1pPr>
          </a:lstStyle>
          <a:p>
            <a:pPr lvl="0"/>
            <a:r>
              <a:rPr lang="en-US" dirty="0"/>
              <a:t>Click to add text</a:t>
            </a:r>
          </a:p>
        </p:txBody>
      </p:sp>
      <p:sp>
        <p:nvSpPr>
          <p:cNvPr id="14" name="Text Placeholder 30">
            <a:extLst>
              <a:ext uri="{FF2B5EF4-FFF2-40B4-BE49-F238E27FC236}">
                <a16:creationId xmlns:a16="http://schemas.microsoft.com/office/drawing/2014/main" id="{9ECBA1DE-781A-4AA7-86CA-0EBE52A9B417}"/>
              </a:ext>
            </a:extLst>
          </p:cNvPr>
          <p:cNvSpPr>
            <a:spLocks noGrp="1"/>
          </p:cNvSpPr>
          <p:nvPr>
            <p:ph type="body" sz="quarter" idx="16" hasCustomPrompt="1"/>
          </p:nvPr>
        </p:nvSpPr>
        <p:spPr>
          <a:xfrm>
            <a:off x="6257467" y="1764031"/>
            <a:ext cx="4756714" cy="597604"/>
          </a:xfrm>
          <a:prstGeom prst="rect">
            <a:avLst/>
          </a:prstGeom>
        </p:spPr>
        <p:txBody>
          <a:bodyPr/>
          <a:lstStyle>
            <a:lvl1pPr marL="0" indent="0">
              <a:buNone/>
              <a:defRPr sz="2400" b="1">
                <a:solidFill>
                  <a:schemeClr val="accent2"/>
                </a:solidFill>
              </a:defRPr>
            </a:lvl1pPr>
          </a:lstStyle>
          <a:p>
            <a:pPr lvl="0"/>
            <a:r>
              <a:rPr lang="en-US" dirty="0"/>
              <a:t>Click to add subtitle</a:t>
            </a:r>
          </a:p>
        </p:txBody>
      </p:sp>
      <p:sp>
        <p:nvSpPr>
          <p:cNvPr id="18" name="Text Placeholder 15">
            <a:extLst>
              <a:ext uri="{FF2B5EF4-FFF2-40B4-BE49-F238E27FC236}">
                <a16:creationId xmlns:a16="http://schemas.microsoft.com/office/drawing/2014/main" id="{53A9CA10-3BBC-41E7-A34E-C6CCFEC8205E}"/>
              </a:ext>
            </a:extLst>
          </p:cNvPr>
          <p:cNvSpPr>
            <a:spLocks noGrp="1"/>
          </p:cNvSpPr>
          <p:nvPr>
            <p:ph type="body" sz="quarter" idx="18" hasCustomPrompt="1"/>
          </p:nvPr>
        </p:nvSpPr>
        <p:spPr>
          <a:xfrm>
            <a:off x="6257467" y="2374900"/>
            <a:ext cx="4756714" cy="3365500"/>
          </a:xfrm>
        </p:spPr>
        <p:txBody>
          <a:bodyPr>
            <a:normAutofit/>
          </a:bodyPr>
          <a:lstStyle>
            <a:lvl1pPr>
              <a:defRPr sz="2000"/>
            </a:lvl1pPr>
          </a:lstStyle>
          <a:p>
            <a:pPr lvl="0"/>
            <a:r>
              <a:rPr lang="en-US" dirty="0"/>
              <a:t>Click to add text</a:t>
            </a:r>
          </a:p>
        </p:txBody>
      </p:sp>
      <p:sp>
        <p:nvSpPr>
          <p:cNvPr id="6" name="Footer Placeholder 4">
            <a:extLst>
              <a:ext uri="{FF2B5EF4-FFF2-40B4-BE49-F238E27FC236}">
                <a16:creationId xmlns:a16="http://schemas.microsoft.com/office/drawing/2014/main" id="{27F3D4E9-1171-434D-AA71-EA27F72E0D99}"/>
              </a:ext>
            </a:extLst>
          </p:cNvPr>
          <p:cNvSpPr>
            <a:spLocks noGrp="1"/>
          </p:cNvSpPr>
          <p:nvPr>
            <p:ph type="ftr" sz="quarter" idx="11"/>
          </p:nvPr>
        </p:nvSpPr>
        <p:spPr>
          <a:xfrm>
            <a:off x="201168" y="6356350"/>
            <a:ext cx="4837176"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venir Next LT Pro"/>
                <a:ea typeface="+mn-ea"/>
                <a:cs typeface="+mn-cs"/>
              </a:rPr>
              <a:t>Presentation title</a:t>
            </a:r>
          </a:p>
        </p:txBody>
      </p:sp>
      <p:sp>
        <p:nvSpPr>
          <p:cNvPr id="7" name="Date Placeholder 3">
            <a:extLst>
              <a:ext uri="{FF2B5EF4-FFF2-40B4-BE49-F238E27FC236}">
                <a16:creationId xmlns:a16="http://schemas.microsoft.com/office/drawing/2014/main" id="{57A29A0D-15CB-4460-9435-7E7D645346A5}"/>
              </a:ext>
            </a:extLst>
          </p:cNvPr>
          <p:cNvSpPr>
            <a:spLocks noGrp="1"/>
          </p:cNvSpPr>
          <p:nvPr>
            <p:ph type="dt" sz="half" idx="10"/>
          </p:nvPr>
        </p:nvSpPr>
        <p:spPr>
          <a:xfrm>
            <a:off x="7013448" y="6355080"/>
            <a:ext cx="4352544" cy="365125"/>
          </a:xfrm>
        </p:spPr>
        <p:txBody>
          <a:bodyPr/>
          <a:lstStyle>
            <a:lvl1pPr>
              <a:defRPr/>
            </a:lvl1pPr>
          </a:lstStyle>
          <a:p>
            <a:pPr>
              <a:defRPr/>
            </a:pPr>
            <a:r>
              <a:rPr lang="en-US" dirty="0">
                <a:solidFill>
                  <a:prstClr val="black"/>
                </a:solidFill>
              </a:rPr>
              <a:t>20XX</a:t>
            </a:r>
          </a:p>
        </p:txBody>
      </p:sp>
      <p:sp>
        <p:nvSpPr>
          <p:cNvPr id="8" name="Slide Number Placeholder 5">
            <a:extLst>
              <a:ext uri="{FF2B5EF4-FFF2-40B4-BE49-F238E27FC236}">
                <a16:creationId xmlns:a16="http://schemas.microsoft.com/office/drawing/2014/main" id="{8B6F95C2-7834-44D3-B93B-79D944E1283C}"/>
              </a:ext>
            </a:extLst>
          </p:cNvPr>
          <p:cNvSpPr>
            <a:spLocks noGrp="1"/>
          </p:cNvSpPr>
          <p:nvPr>
            <p:ph type="sldNum" sz="quarter" idx="12"/>
          </p:nvPr>
        </p:nvSpPr>
        <p:spPr>
          <a:xfrm>
            <a:off x="11365992" y="6356350"/>
            <a:ext cx="630936"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6B786C7-B8F9-4072-AAAA-17258464D730}" type="slidenum">
              <a:rPr kumimoji="0" lang="en-US" sz="1050" b="0" i="0" u="none" strike="noStrike" kern="1200" cap="none" spc="0" normalizeH="0" baseline="0" noProof="0" smtClean="0">
                <a:ln>
                  <a:noFill/>
                </a:ln>
                <a:solidFill>
                  <a:prstClr val="black"/>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dirty="0">
              <a:ln>
                <a:noFill/>
              </a:ln>
              <a:solidFill>
                <a:prstClr val="black"/>
              </a:solidFill>
              <a:effectLst/>
              <a:uLnTx/>
              <a:uFillTx/>
              <a:latin typeface="Avenir Next LT Pro"/>
              <a:ea typeface="+mn-ea"/>
              <a:cs typeface="+mn-cs"/>
            </a:endParaRPr>
          </a:p>
        </p:txBody>
      </p:sp>
    </p:spTree>
    <p:extLst>
      <p:ext uri="{BB962C8B-B14F-4D97-AF65-F5344CB8AC3E}">
        <p14:creationId xmlns:p14="http://schemas.microsoft.com/office/powerpoint/2010/main" val="3093628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E97352E-C52D-43BE-BCE2-2D71FE0353EF}"/>
              </a:ext>
              <a:ext uri="{C183D7F6-B498-43B3-948B-1728B52AA6E4}">
                <adec:decorative xmlns:adec="http://schemas.microsoft.com/office/drawing/2017/decorative" val="1"/>
              </a:ext>
            </a:extLst>
          </p:cNvPr>
          <p:cNvSpPr/>
          <p:nvPr userDrawn="1"/>
        </p:nvSpPr>
        <p:spPr>
          <a:xfrm>
            <a:off x="0" y="0"/>
            <a:ext cx="12192000" cy="11504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7" name="Title 6">
            <a:extLst>
              <a:ext uri="{FF2B5EF4-FFF2-40B4-BE49-F238E27FC236}">
                <a16:creationId xmlns:a16="http://schemas.microsoft.com/office/drawing/2014/main" id="{92051A8D-592F-40C1-A65D-E1F17B07C94A}"/>
              </a:ext>
            </a:extLst>
          </p:cNvPr>
          <p:cNvSpPr>
            <a:spLocks noGrp="1"/>
          </p:cNvSpPr>
          <p:nvPr>
            <p:ph type="title" hasCustomPrompt="1"/>
          </p:nvPr>
        </p:nvSpPr>
        <p:spPr>
          <a:xfrm>
            <a:off x="1879600" y="183988"/>
            <a:ext cx="9406372" cy="803380"/>
          </a:xfrm>
        </p:spPr>
        <p:txBody>
          <a:bodyPr anchor="ctr"/>
          <a:lstStyle>
            <a:lvl1pPr algn="r">
              <a:lnSpc>
                <a:spcPct val="100000"/>
              </a:lnSpc>
              <a:defRPr spc="-20" baseline="0">
                <a:solidFill>
                  <a:schemeClr val="bg1"/>
                </a:solidFill>
              </a:defRPr>
            </a:lvl1pPr>
          </a:lstStyle>
          <a:p>
            <a:r>
              <a:rPr lang="en-US" dirty="0"/>
              <a:t>Click to add title</a:t>
            </a:r>
          </a:p>
        </p:txBody>
      </p:sp>
      <p:sp>
        <p:nvSpPr>
          <p:cNvPr id="8" name="Text Placeholder 30">
            <a:extLst>
              <a:ext uri="{FF2B5EF4-FFF2-40B4-BE49-F238E27FC236}">
                <a16:creationId xmlns:a16="http://schemas.microsoft.com/office/drawing/2014/main" id="{CF4C4703-C9D4-483C-8E41-17BB7193D010}"/>
              </a:ext>
            </a:extLst>
          </p:cNvPr>
          <p:cNvSpPr>
            <a:spLocks noGrp="1"/>
          </p:cNvSpPr>
          <p:nvPr>
            <p:ph type="body" sz="quarter" idx="14" hasCustomPrompt="1"/>
          </p:nvPr>
        </p:nvSpPr>
        <p:spPr>
          <a:xfrm>
            <a:off x="851300" y="1764193"/>
            <a:ext cx="3327366" cy="597604"/>
          </a:xfrm>
          <a:prstGeom prst="rect">
            <a:avLst/>
          </a:prstGeom>
        </p:spPr>
        <p:txBody>
          <a:bodyPr/>
          <a:lstStyle>
            <a:lvl1pPr marL="0" indent="0">
              <a:buNone/>
              <a:defRPr sz="2400" b="1">
                <a:solidFill>
                  <a:schemeClr val="accent2"/>
                </a:solidFill>
              </a:defRPr>
            </a:lvl1pPr>
          </a:lstStyle>
          <a:p>
            <a:pPr lvl="0"/>
            <a:r>
              <a:rPr lang="en-US" dirty="0"/>
              <a:t>Click to add subtitle</a:t>
            </a:r>
          </a:p>
        </p:txBody>
      </p:sp>
      <p:sp>
        <p:nvSpPr>
          <p:cNvPr id="14" name="Text Placeholder 15">
            <a:extLst>
              <a:ext uri="{FF2B5EF4-FFF2-40B4-BE49-F238E27FC236}">
                <a16:creationId xmlns:a16="http://schemas.microsoft.com/office/drawing/2014/main" id="{7393281D-B77A-4BB8-A3E2-49E0F1259DA9}"/>
              </a:ext>
            </a:extLst>
          </p:cNvPr>
          <p:cNvSpPr>
            <a:spLocks noGrp="1"/>
          </p:cNvSpPr>
          <p:nvPr>
            <p:ph type="body" sz="quarter" idx="19" hasCustomPrompt="1"/>
          </p:nvPr>
        </p:nvSpPr>
        <p:spPr>
          <a:xfrm>
            <a:off x="851193" y="2374899"/>
            <a:ext cx="3327366" cy="3485573"/>
          </a:xfrm>
        </p:spPr>
        <p:txBody>
          <a:bodyPr>
            <a:normAutofit/>
          </a:bodyPr>
          <a:lstStyle>
            <a:lvl1pPr>
              <a:defRPr sz="2000"/>
            </a:lvl1pPr>
          </a:lstStyle>
          <a:p>
            <a:pPr lvl="0"/>
            <a:r>
              <a:rPr lang="en-US" dirty="0"/>
              <a:t>Click to add text</a:t>
            </a:r>
          </a:p>
        </p:txBody>
      </p:sp>
      <p:sp>
        <p:nvSpPr>
          <p:cNvPr id="12" name="Text Placeholder 30">
            <a:extLst>
              <a:ext uri="{FF2B5EF4-FFF2-40B4-BE49-F238E27FC236}">
                <a16:creationId xmlns:a16="http://schemas.microsoft.com/office/drawing/2014/main" id="{6B205DED-723B-48E3-AE9F-556696225CAA}"/>
              </a:ext>
            </a:extLst>
          </p:cNvPr>
          <p:cNvSpPr>
            <a:spLocks noGrp="1"/>
          </p:cNvSpPr>
          <p:nvPr>
            <p:ph type="body" sz="quarter" idx="18" hasCustomPrompt="1"/>
          </p:nvPr>
        </p:nvSpPr>
        <p:spPr>
          <a:xfrm>
            <a:off x="4432317" y="1764193"/>
            <a:ext cx="3327366" cy="597604"/>
          </a:xfrm>
          <a:prstGeom prst="rect">
            <a:avLst/>
          </a:prstGeom>
        </p:spPr>
        <p:txBody>
          <a:bodyPr/>
          <a:lstStyle>
            <a:lvl1pPr marL="0" indent="0">
              <a:buNone/>
              <a:defRPr sz="2400" b="1">
                <a:solidFill>
                  <a:schemeClr val="accent2"/>
                </a:solidFill>
              </a:defRPr>
            </a:lvl1pPr>
          </a:lstStyle>
          <a:p>
            <a:pPr lvl="0"/>
            <a:r>
              <a:rPr lang="en-US" dirty="0"/>
              <a:t>Click to add subtitle</a:t>
            </a:r>
          </a:p>
        </p:txBody>
      </p:sp>
      <p:sp>
        <p:nvSpPr>
          <p:cNvPr id="15" name="Text Placeholder 15">
            <a:extLst>
              <a:ext uri="{FF2B5EF4-FFF2-40B4-BE49-F238E27FC236}">
                <a16:creationId xmlns:a16="http://schemas.microsoft.com/office/drawing/2014/main" id="{77D63D24-8466-44F3-898F-5CBC42C7681F}"/>
              </a:ext>
            </a:extLst>
          </p:cNvPr>
          <p:cNvSpPr>
            <a:spLocks noGrp="1"/>
          </p:cNvSpPr>
          <p:nvPr>
            <p:ph type="body" sz="quarter" idx="20" hasCustomPrompt="1"/>
          </p:nvPr>
        </p:nvSpPr>
        <p:spPr>
          <a:xfrm>
            <a:off x="4432317" y="2374899"/>
            <a:ext cx="3327366" cy="3485573"/>
          </a:xfrm>
        </p:spPr>
        <p:txBody>
          <a:bodyPr>
            <a:normAutofit/>
          </a:bodyPr>
          <a:lstStyle>
            <a:lvl1pPr>
              <a:defRPr sz="2000"/>
            </a:lvl1pPr>
          </a:lstStyle>
          <a:p>
            <a:pPr lvl="0"/>
            <a:r>
              <a:rPr lang="en-US" dirty="0"/>
              <a:t>Click to add text</a:t>
            </a:r>
          </a:p>
        </p:txBody>
      </p:sp>
      <p:sp>
        <p:nvSpPr>
          <p:cNvPr id="10" name="Text Placeholder 30">
            <a:extLst>
              <a:ext uri="{FF2B5EF4-FFF2-40B4-BE49-F238E27FC236}">
                <a16:creationId xmlns:a16="http://schemas.microsoft.com/office/drawing/2014/main" id="{F600D1D1-B6A8-4A4E-BC6A-897FE089CBEC}"/>
              </a:ext>
            </a:extLst>
          </p:cNvPr>
          <p:cNvSpPr>
            <a:spLocks noGrp="1"/>
          </p:cNvSpPr>
          <p:nvPr>
            <p:ph type="body" sz="quarter" idx="16" hasCustomPrompt="1"/>
          </p:nvPr>
        </p:nvSpPr>
        <p:spPr>
          <a:xfrm>
            <a:off x="8025393" y="1764193"/>
            <a:ext cx="3327366" cy="597604"/>
          </a:xfrm>
          <a:prstGeom prst="rect">
            <a:avLst/>
          </a:prstGeom>
        </p:spPr>
        <p:txBody>
          <a:bodyPr/>
          <a:lstStyle>
            <a:lvl1pPr marL="0" indent="0">
              <a:buNone/>
              <a:defRPr sz="2400" b="1">
                <a:solidFill>
                  <a:schemeClr val="accent2"/>
                </a:solidFill>
              </a:defRPr>
            </a:lvl1pPr>
          </a:lstStyle>
          <a:p>
            <a:pPr lvl="0"/>
            <a:r>
              <a:rPr lang="en-US" dirty="0"/>
              <a:t>Click to add subtitle</a:t>
            </a:r>
          </a:p>
        </p:txBody>
      </p:sp>
      <p:sp>
        <p:nvSpPr>
          <p:cNvPr id="16" name="Text Placeholder 15">
            <a:extLst>
              <a:ext uri="{FF2B5EF4-FFF2-40B4-BE49-F238E27FC236}">
                <a16:creationId xmlns:a16="http://schemas.microsoft.com/office/drawing/2014/main" id="{A205F643-67E9-4E41-A65F-163C816090B9}"/>
              </a:ext>
            </a:extLst>
          </p:cNvPr>
          <p:cNvSpPr>
            <a:spLocks noGrp="1"/>
          </p:cNvSpPr>
          <p:nvPr>
            <p:ph type="body" sz="quarter" idx="21" hasCustomPrompt="1"/>
          </p:nvPr>
        </p:nvSpPr>
        <p:spPr>
          <a:xfrm>
            <a:off x="8025393" y="2374899"/>
            <a:ext cx="3327366" cy="3485573"/>
          </a:xfrm>
        </p:spPr>
        <p:txBody>
          <a:bodyPr>
            <a:normAutofit/>
          </a:bodyPr>
          <a:lstStyle>
            <a:lvl1pPr>
              <a:defRPr sz="2000"/>
            </a:lvl1pPr>
          </a:lstStyle>
          <a:p>
            <a:pPr lvl="0"/>
            <a:r>
              <a:rPr lang="en-US" dirty="0"/>
              <a:t>Click to add text</a:t>
            </a:r>
          </a:p>
        </p:txBody>
      </p:sp>
      <p:sp>
        <p:nvSpPr>
          <p:cNvPr id="2" name="Footer Placeholder 4">
            <a:extLst>
              <a:ext uri="{FF2B5EF4-FFF2-40B4-BE49-F238E27FC236}">
                <a16:creationId xmlns:a16="http://schemas.microsoft.com/office/drawing/2014/main" id="{B0EF04CC-F1B1-495C-BA2F-F28A5D9715A2}"/>
              </a:ext>
            </a:extLst>
          </p:cNvPr>
          <p:cNvSpPr>
            <a:spLocks noGrp="1"/>
          </p:cNvSpPr>
          <p:nvPr>
            <p:ph type="ftr" sz="quarter" idx="11"/>
          </p:nvPr>
        </p:nvSpPr>
        <p:spPr>
          <a:xfrm>
            <a:off x="201168" y="6356350"/>
            <a:ext cx="4837176"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venir Next LT Pro"/>
                <a:ea typeface="+mn-ea"/>
                <a:cs typeface="+mn-cs"/>
              </a:rPr>
              <a:t>Presentation title</a:t>
            </a:r>
          </a:p>
        </p:txBody>
      </p:sp>
      <p:sp>
        <p:nvSpPr>
          <p:cNvPr id="3" name="Date Placeholder 3">
            <a:extLst>
              <a:ext uri="{FF2B5EF4-FFF2-40B4-BE49-F238E27FC236}">
                <a16:creationId xmlns:a16="http://schemas.microsoft.com/office/drawing/2014/main" id="{657B66A6-EBC5-4A75-B938-7148B7A12627}"/>
              </a:ext>
            </a:extLst>
          </p:cNvPr>
          <p:cNvSpPr>
            <a:spLocks noGrp="1"/>
          </p:cNvSpPr>
          <p:nvPr>
            <p:ph type="dt" sz="half" idx="10"/>
          </p:nvPr>
        </p:nvSpPr>
        <p:spPr>
          <a:xfrm>
            <a:off x="7013448" y="6355080"/>
            <a:ext cx="4352544" cy="365125"/>
          </a:xfrm>
        </p:spPr>
        <p:txBody>
          <a:bodyPr/>
          <a:lstStyle>
            <a:lvl1pPr>
              <a:defRPr/>
            </a:lvl1pPr>
          </a:lstStyle>
          <a:p>
            <a:pPr>
              <a:defRPr/>
            </a:pPr>
            <a:r>
              <a:rPr lang="en-US" dirty="0">
                <a:solidFill>
                  <a:prstClr val="black"/>
                </a:solidFill>
              </a:rPr>
              <a:t>20XX</a:t>
            </a:r>
          </a:p>
        </p:txBody>
      </p:sp>
      <p:sp>
        <p:nvSpPr>
          <p:cNvPr id="4" name="Slide Number Placeholder 5">
            <a:extLst>
              <a:ext uri="{FF2B5EF4-FFF2-40B4-BE49-F238E27FC236}">
                <a16:creationId xmlns:a16="http://schemas.microsoft.com/office/drawing/2014/main" id="{D83DD707-C769-4868-9B2F-1BF7ABBCD207}"/>
              </a:ext>
            </a:extLst>
          </p:cNvPr>
          <p:cNvSpPr>
            <a:spLocks noGrp="1"/>
          </p:cNvSpPr>
          <p:nvPr>
            <p:ph type="sldNum" sz="quarter" idx="12"/>
          </p:nvPr>
        </p:nvSpPr>
        <p:spPr>
          <a:xfrm>
            <a:off x="11365992" y="6356350"/>
            <a:ext cx="630936"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6B786C7-B8F9-4072-AAAA-17258464D730}" type="slidenum">
              <a:rPr kumimoji="0" lang="en-US" sz="1050" b="0" i="0" u="none" strike="noStrike" kern="1200" cap="none" spc="0" normalizeH="0" baseline="0" noProof="0" smtClean="0">
                <a:ln>
                  <a:noFill/>
                </a:ln>
                <a:solidFill>
                  <a:prstClr val="black"/>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dirty="0">
              <a:ln>
                <a:noFill/>
              </a:ln>
              <a:solidFill>
                <a:prstClr val="black"/>
              </a:solidFill>
              <a:effectLst/>
              <a:uLnTx/>
              <a:uFillTx/>
              <a:latin typeface="Avenir Next LT Pro"/>
              <a:ea typeface="+mn-ea"/>
              <a:cs typeface="+mn-cs"/>
            </a:endParaRPr>
          </a:p>
        </p:txBody>
      </p:sp>
    </p:spTree>
    <p:extLst>
      <p:ext uri="{BB962C8B-B14F-4D97-AF65-F5344CB8AC3E}">
        <p14:creationId xmlns:p14="http://schemas.microsoft.com/office/powerpoint/2010/main" val="12098077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Summar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B926107-51B9-44DD-8581-AA5E8B601C63}"/>
              </a:ext>
            </a:extLst>
          </p:cNvPr>
          <p:cNvSpPr>
            <a:spLocks noGrp="1"/>
          </p:cNvSpPr>
          <p:nvPr>
            <p:ph type="title"/>
          </p:nvPr>
        </p:nvSpPr>
        <p:spPr>
          <a:xfrm>
            <a:off x="647698" y="484494"/>
            <a:ext cx="5800867" cy="1569493"/>
          </a:xfrm>
        </p:spPr>
        <p:txBody>
          <a:bodyPr anchor="b">
            <a:normAutofit/>
          </a:bodyPr>
          <a:lstStyle>
            <a:lvl1pPr>
              <a:defRPr>
                <a:solidFill>
                  <a:schemeClr val="accent1"/>
                </a:solidFill>
              </a:defRPr>
            </a:lvl1pPr>
          </a:lstStyle>
          <a:p>
            <a:r>
              <a:rPr lang="en-US"/>
              <a:t>Click to edit Master title style</a:t>
            </a:r>
            <a:endParaRPr lang="en-US" dirty="0"/>
          </a:p>
        </p:txBody>
      </p:sp>
      <p:sp>
        <p:nvSpPr>
          <p:cNvPr id="4" name="Content Placeholder 2">
            <a:extLst>
              <a:ext uri="{FF2B5EF4-FFF2-40B4-BE49-F238E27FC236}">
                <a16:creationId xmlns:a16="http://schemas.microsoft.com/office/drawing/2014/main" id="{CD144A4B-34B7-47EC-888B-0D20760065AA}"/>
              </a:ext>
            </a:extLst>
          </p:cNvPr>
          <p:cNvSpPr>
            <a:spLocks noGrp="1"/>
          </p:cNvSpPr>
          <p:nvPr>
            <p:ph idx="1"/>
          </p:nvPr>
        </p:nvSpPr>
        <p:spPr>
          <a:xfrm>
            <a:off x="647702" y="2156346"/>
            <a:ext cx="5800866" cy="3963937"/>
          </a:xfrm>
        </p:spPr>
        <p:txBody>
          <a:bodyPr>
            <a:normAutofit/>
          </a:bodyPr>
          <a:lstStyle>
            <a:lvl1pPr marL="0" indent="0">
              <a:buNone/>
              <a:defRPr/>
            </a:lvl1pPr>
          </a:lstStyle>
          <a:p>
            <a:pPr lvl="0"/>
            <a:r>
              <a:rPr lang="en-US"/>
              <a:t>Click to edit Master text styles</a:t>
            </a:r>
          </a:p>
        </p:txBody>
      </p:sp>
      <p:sp>
        <p:nvSpPr>
          <p:cNvPr id="9" name="Footer Placeholder 4">
            <a:extLst>
              <a:ext uri="{FF2B5EF4-FFF2-40B4-BE49-F238E27FC236}">
                <a16:creationId xmlns:a16="http://schemas.microsoft.com/office/drawing/2014/main" id="{C6A9B852-DA3F-4566-BDEB-F1F69334E1FB}"/>
              </a:ext>
            </a:extLst>
          </p:cNvPr>
          <p:cNvSpPr>
            <a:spLocks noGrp="1"/>
          </p:cNvSpPr>
          <p:nvPr>
            <p:ph type="ftr" sz="quarter" idx="11"/>
          </p:nvPr>
        </p:nvSpPr>
        <p:spPr>
          <a:xfrm>
            <a:off x="199277" y="6356350"/>
            <a:ext cx="3877423"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venir Next LT Pro"/>
                <a:ea typeface="+mn-ea"/>
                <a:cs typeface="+mn-cs"/>
              </a:rPr>
              <a:t>Presentation title</a:t>
            </a:r>
          </a:p>
        </p:txBody>
      </p:sp>
      <p:sp>
        <p:nvSpPr>
          <p:cNvPr id="17" name="Picture Placeholder 12">
            <a:extLst>
              <a:ext uri="{FF2B5EF4-FFF2-40B4-BE49-F238E27FC236}">
                <a16:creationId xmlns:a16="http://schemas.microsoft.com/office/drawing/2014/main" id="{116EBB24-A127-412B-99DB-A7FBCA68A2FA}"/>
              </a:ext>
            </a:extLst>
          </p:cNvPr>
          <p:cNvSpPr>
            <a:spLocks noGrp="1"/>
          </p:cNvSpPr>
          <p:nvPr>
            <p:ph type="pic" sz="quarter" idx="13" hasCustomPrompt="1"/>
          </p:nvPr>
        </p:nvSpPr>
        <p:spPr>
          <a:xfrm>
            <a:off x="6700838" y="665163"/>
            <a:ext cx="2214562" cy="2513012"/>
          </a:xfrm>
        </p:spPr>
        <p:txBody>
          <a:bodyPr/>
          <a:lstStyle>
            <a:lvl1pPr marL="0" indent="0" algn="ctr">
              <a:buNone/>
              <a:defRPr/>
            </a:lvl1pPr>
          </a:lstStyle>
          <a:p>
            <a:r>
              <a:rPr lang="en-US" dirty="0"/>
              <a:t>Click to add photo</a:t>
            </a:r>
          </a:p>
        </p:txBody>
      </p:sp>
      <p:sp>
        <p:nvSpPr>
          <p:cNvPr id="18" name="Picture Placeholder 12">
            <a:extLst>
              <a:ext uri="{FF2B5EF4-FFF2-40B4-BE49-F238E27FC236}">
                <a16:creationId xmlns:a16="http://schemas.microsoft.com/office/drawing/2014/main" id="{63CCB0A6-D7F6-4C78-B6C0-A045E3B25B00}"/>
              </a:ext>
            </a:extLst>
          </p:cNvPr>
          <p:cNvSpPr>
            <a:spLocks noGrp="1"/>
          </p:cNvSpPr>
          <p:nvPr>
            <p:ph type="pic" sz="quarter" idx="14" hasCustomPrompt="1"/>
          </p:nvPr>
        </p:nvSpPr>
        <p:spPr>
          <a:xfrm>
            <a:off x="9329737" y="665579"/>
            <a:ext cx="2214562" cy="2513012"/>
          </a:xfrm>
        </p:spPr>
        <p:txBody>
          <a:bodyPr/>
          <a:lstStyle>
            <a:lvl1pPr marL="0" indent="0" algn="ctr">
              <a:buNone/>
              <a:defRPr/>
            </a:lvl1pPr>
          </a:lstStyle>
          <a:p>
            <a:r>
              <a:rPr lang="en-US" dirty="0"/>
              <a:t>Click to add photo</a:t>
            </a:r>
          </a:p>
        </p:txBody>
      </p:sp>
      <p:sp>
        <p:nvSpPr>
          <p:cNvPr id="19" name="Picture Placeholder 12">
            <a:extLst>
              <a:ext uri="{FF2B5EF4-FFF2-40B4-BE49-F238E27FC236}">
                <a16:creationId xmlns:a16="http://schemas.microsoft.com/office/drawing/2014/main" id="{F3038A14-3DB7-4BDC-A247-674224BFB8B1}"/>
              </a:ext>
            </a:extLst>
          </p:cNvPr>
          <p:cNvSpPr>
            <a:spLocks noGrp="1"/>
          </p:cNvSpPr>
          <p:nvPr>
            <p:ph type="pic" sz="quarter" idx="15" hasCustomPrompt="1"/>
          </p:nvPr>
        </p:nvSpPr>
        <p:spPr>
          <a:xfrm>
            <a:off x="6700854" y="3607271"/>
            <a:ext cx="2214562" cy="2513012"/>
          </a:xfrm>
        </p:spPr>
        <p:txBody>
          <a:bodyPr/>
          <a:lstStyle>
            <a:lvl1pPr marL="0" indent="0" algn="ctr">
              <a:buNone/>
              <a:defRPr/>
            </a:lvl1pPr>
          </a:lstStyle>
          <a:p>
            <a:r>
              <a:rPr lang="en-US" dirty="0"/>
              <a:t>Click to add photo</a:t>
            </a:r>
          </a:p>
        </p:txBody>
      </p:sp>
      <p:sp>
        <p:nvSpPr>
          <p:cNvPr id="20" name="Picture Placeholder 12">
            <a:extLst>
              <a:ext uri="{FF2B5EF4-FFF2-40B4-BE49-F238E27FC236}">
                <a16:creationId xmlns:a16="http://schemas.microsoft.com/office/drawing/2014/main" id="{59BCC1BB-4299-409F-9215-B3A4ECAB5238}"/>
              </a:ext>
            </a:extLst>
          </p:cNvPr>
          <p:cNvSpPr>
            <a:spLocks noGrp="1"/>
          </p:cNvSpPr>
          <p:nvPr>
            <p:ph type="pic" sz="quarter" idx="16" hasCustomPrompt="1"/>
          </p:nvPr>
        </p:nvSpPr>
        <p:spPr>
          <a:xfrm>
            <a:off x="9324845" y="3607271"/>
            <a:ext cx="2214562" cy="2513012"/>
          </a:xfrm>
        </p:spPr>
        <p:txBody>
          <a:bodyPr/>
          <a:lstStyle>
            <a:lvl1pPr marL="0" indent="0" algn="ctr">
              <a:buNone/>
              <a:defRPr/>
            </a:lvl1pPr>
          </a:lstStyle>
          <a:p>
            <a:r>
              <a:rPr lang="en-US" dirty="0"/>
              <a:t>Click to add photo</a:t>
            </a:r>
          </a:p>
        </p:txBody>
      </p:sp>
      <p:sp>
        <p:nvSpPr>
          <p:cNvPr id="10" name="Date Placeholder 3">
            <a:extLst>
              <a:ext uri="{FF2B5EF4-FFF2-40B4-BE49-F238E27FC236}">
                <a16:creationId xmlns:a16="http://schemas.microsoft.com/office/drawing/2014/main" id="{7FB415D6-2F2D-46E2-94AF-1F3BE10F351D}"/>
              </a:ext>
            </a:extLst>
          </p:cNvPr>
          <p:cNvSpPr>
            <a:spLocks noGrp="1"/>
          </p:cNvSpPr>
          <p:nvPr>
            <p:ph type="dt" sz="half" idx="10"/>
          </p:nvPr>
        </p:nvSpPr>
        <p:spPr>
          <a:xfrm>
            <a:off x="7013448" y="6355080"/>
            <a:ext cx="4352544" cy="365125"/>
          </a:xfrm>
        </p:spPr>
        <p:txBody>
          <a:bodyPr/>
          <a:lstStyle>
            <a:lvl1pPr>
              <a:defRPr/>
            </a:lvl1pPr>
          </a:lstStyle>
          <a:p>
            <a:pPr>
              <a:defRPr/>
            </a:pPr>
            <a:r>
              <a:rPr lang="en-US" dirty="0">
                <a:solidFill>
                  <a:prstClr val="black"/>
                </a:solidFill>
              </a:rPr>
              <a:t>20XX</a:t>
            </a:r>
          </a:p>
        </p:txBody>
      </p:sp>
      <p:sp>
        <p:nvSpPr>
          <p:cNvPr id="11" name="Slide Number Placeholder 5">
            <a:extLst>
              <a:ext uri="{FF2B5EF4-FFF2-40B4-BE49-F238E27FC236}">
                <a16:creationId xmlns:a16="http://schemas.microsoft.com/office/drawing/2014/main" id="{FEC8DC3B-1AAD-429C-A1EA-FAEE9D884490}"/>
              </a:ext>
            </a:extLst>
          </p:cNvPr>
          <p:cNvSpPr>
            <a:spLocks noGrp="1"/>
          </p:cNvSpPr>
          <p:nvPr>
            <p:ph type="sldNum" sz="quarter" idx="12"/>
          </p:nvPr>
        </p:nvSpPr>
        <p:spPr>
          <a:xfrm>
            <a:off x="11365992" y="6356350"/>
            <a:ext cx="630936"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9F39FF-F5CB-4ACA-9B46-4CCF89ECA75F}" type="slidenum">
              <a:rPr kumimoji="0" lang="en-US" sz="1050" b="0" i="0" u="none" strike="noStrike" kern="1200" cap="none" spc="0" normalizeH="0" baseline="0" noProof="0" smtClean="0">
                <a:ln>
                  <a:noFill/>
                </a:ln>
                <a:solidFill>
                  <a:prstClr val="black"/>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dirty="0">
              <a:ln>
                <a:noFill/>
              </a:ln>
              <a:solidFill>
                <a:prstClr val="black"/>
              </a:solidFill>
              <a:effectLst/>
              <a:uLnTx/>
              <a:uFillTx/>
              <a:latin typeface="Avenir Next LT Pro"/>
              <a:ea typeface="+mn-ea"/>
              <a:cs typeface="+mn-cs"/>
            </a:endParaRPr>
          </a:p>
        </p:txBody>
      </p:sp>
    </p:spTree>
    <p:extLst>
      <p:ext uri="{BB962C8B-B14F-4D97-AF65-F5344CB8AC3E}">
        <p14:creationId xmlns:p14="http://schemas.microsoft.com/office/powerpoint/2010/main" val="6001623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losin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152F41C-45C5-4E09-A91A-8F4AE80B065E}"/>
              </a:ext>
              <a:ext uri="{C183D7F6-B498-43B3-948B-1728B52AA6E4}">
                <adec:decorative xmlns:adec="http://schemas.microsoft.com/office/drawing/2017/decorative" val="1"/>
              </a:ext>
            </a:extLst>
          </p:cNvPr>
          <p:cNvSpPr/>
          <p:nvPr userDrawn="1"/>
        </p:nvSpPr>
        <p:spPr>
          <a:xfrm>
            <a:off x="0" y="4533900"/>
            <a:ext cx="9144000" cy="2324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AB4C3"/>
              </a:solidFill>
              <a:effectLst/>
              <a:uLnTx/>
              <a:uFillTx/>
              <a:latin typeface="Avenir Next LT Pro"/>
              <a:ea typeface="+mn-ea"/>
              <a:cs typeface="+mn-cs"/>
            </a:endParaRPr>
          </a:p>
        </p:txBody>
      </p:sp>
      <p:sp>
        <p:nvSpPr>
          <p:cNvPr id="10" name="Title 6">
            <a:extLst>
              <a:ext uri="{FF2B5EF4-FFF2-40B4-BE49-F238E27FC236}">
                <a16:creationId xmlns:a16="http://schemas.microsoft.com/office/drawing/2014/main" id="{DA9EBEF3-E8A8-4C5C-B6D9-B322242DC93A}"/>
              </a:ext>
            </a:extLst>
          </p:cNvPr>
          <p:cNvSpPr>
            <a:spLocks noGrp="1"/>
          </p:cNvSpPr>
          <p:nvPr>
            <p:ph type="ctrTitle"/>
          </p:nvPr>
        </p:nvSpPr>
        <p:spPr>
          <a:xfrm>
            <a:off x="877001" y="4947313"/>
            <a:ext cx="7700617" cy="1409037"/>
          </a:xfrm>
        </p:spPr>
        <p:txBody>
          <a:bodyPr anchor="ctr">
            <a:normAutofit/>
          </a:bodyPr>
          <a:lstStyle>
            <a:lvl1pPr>
              <a:defRPr>
                <a:solidFill>
                  <a:schemeClr val="bg1"/>
                </a:solidFill>
              </a:defRPr>
            </a:lvl1pPr>
          </a:lstStyle>
          <a:p>
            <a:r>
              <a:rPr lang="en-US" sz="5400"/>
              <a:t>Click to edit Master title style</a:t>
            </a:r>
            <a:endParaRPr lang="en-US" sz="5400" dirty="0"/>
          </a:p>
        </p:txBody>
      </p:sp>
      <p:sp>
        <p:nvSpPr>
          <p:cNvPr id="11" name="Subtitle 7">
            <a:extLst>
              <a:ext uri="{FF2B5EF4-FFF2-40B4-BE49-F238E27FC236}">
                <a16:creationId xmlns:a16="http://schemas.microsoft.com/office/drawing/2014/main" id="{6A90C83B-4674-4CF1-9CD4-78C3B7CDCCA8}"/>
              </a:ext>
            </a:extLst>
          </p:cNvPr>
          <p:cNvSpPr>
            <a:spLocks noGrp="1"/>
          </p:cNvSpPr>
          <p:nvPr>
            <p:ph type="subTitle" idx="1"/>
          </p:nvPr>
        </p:nvSpPr>
        <p:spPr>
          <a:xfrm>
            <a:off x="9446252" y="386989"/>
            <a:ext cx="2443495" cy="3758334"/>
          </a:xfrm>
        </p:spPr>
        <p:txBody>
          <a:bodyPr anchor="t">
            <a:normAutofit/>
          </a:bodyPr>
          <a:lstStyle>
            <a:lvl1pPr marL="0" indent="0">
              <a:lnSpc>
                <a:spcPct val="100000"/>
              </a:lnSpc>
              <a:spcBef>
                <a:spcPts val="0"/>
              </a:spcBef>
              <a:buNone/>
              <a:defRPr sz="2800" b="1">
                <a:solidFill>
                  <a:schemeClr val="accent1"/>
                </a:solidFill>
              </a:defRPr>
            </a:lvl1pPr>
          </a:lstStyle>
          <a:p>
            <a:r>
              <a:rPr lang="en-US">
                <a:solidFill>
                  <a:schemeClr val="accent1"/>
                </a:solidFill>
              </a:rPr>
              <a:t>Click to edit Master subtitle style</a:t>
            </a:r>
            <a:endParaRPr lang="en-US" dirty="0">
              <a:solidFill>
                <a:schemeClr val="accent1"/>
              </a:solidFill>
            </a:endParaRPr>
          </a:p>
        </p:txBody>
      </p:sp>
      <p:sp>
        <p:nvSpPr>
          <p:cNvPr id="19" name="Picture Placeholder 17">
            <a:extLst>
              <a:ext uri="{FF2B5EF4-FFF2-40B4-BE49-F238E27FC236}">
                <a16:creationId xmlns:a16="http://schemas.microsoft.com/office/drawing/2014/main" id="{1894E094-44B9-4024-A43A-438DEB225DB2}"/>
              </a:ext>
            </a:extLst>
          </p:cNvPr>
          <p:cNvSpPr>
            <a:spLocks noGrp="1"/>
          </p:cNvSpPr>
          <p:nvPr>
            <p:ph type="pic" sz="quarter" idx="13" hasCustomPrompt="1"/>
          </p:nvPr>
        </p:nvSpPr>
        <p:spPr>
          <a:xfrm>
            <a:off x="0" y="0"/>
            <a:ext cx="9144000" cy="4532313"/>
          </a:xfrm>
        </p:spPr>
        <p:txBody>
          <a:bodyPr/>
          <a:lstStyle>
            <a:lvl1pPr marL="0" indent="0" algn="ctr">
              <a:buNone/>
              <a:defRPr/>
            </a:lvl1pPr>
          </a:lstStyle>
          <a:p>
            <a:r>
              <a:rPr lang="en-US" dirty="0"/>
              <a:t>Click to add photo</a:t>
            </a:r>
          </a:p>
        </p:txBody>
      </p:sp>
      <p:sp>
        <p:nvSpPr>
          <p:cNvPr id="13" name="Footer Placeholder 4">
            <a:extLst>
              <a:ext uri="{FF2B5EF4-FFF2-40B4-BE49-F238E27FC236}">
                <a16:creationId xmlns:a16="http://schemas.microsoft.com/office/drawing/2014/main" id="{9BCFB5F5-AD25-4F9C-8AE7-E0E891F1AFF9}"/>
              </a:ext>
            </a:extLst>
          </p:cNvPr>
          <p:cNvSpPr>
            <a:spLocks noGrp="1"/>
          </p:cNvSpPr>
          <p:nvPr>
            <p:ph type="ftr" sz="quarter" idx="11"/>
          </p:nvPr>
        </p:nvSpPr>
        <p:spPr>
          <a:xfrm>
            <a:off x="201168" y="6356350"/>
            <a:ext cx="4837176" cy="365125"/>
          </a:xfrm>
        </p:spPr>
        <p:txBody>
          <a:bodyPr/>
          <a:lstStyle>
            <a:lvl1pPr>
              <a:defRPr>
                <a:solidFill>
                  <a:schemeClr val="bg1"/>
                </a:solidFill>
              </a:defRPr>
            </a:lvl1pPr>
          </a:lstStyle>
          <a:p>
            <a:r>
              <a:rPr lang="en-US" dirty="0"/>
              <a:t>Presentation title</a:t>
            </a:r>
          </a:p>
        </p:txBody>
      </p:sp>
      <p:sp>
        <p:nvSpPr>
          <p:cNvPr id="23" name="Picture Placeholder 20">
            <a:extLst>
              <a:ext uri="{FF2B5EF4-FFF2-40B4-BE49-F238E27FC236}">
                <a16:creationId xmlns:a16="http://schemas.microsoft.com/office/drawing/2014/main" id="{919568B3-FE67-4E6E-BA92-FEF29CBFE1B4}"/>
              </a:ext>
            </a:extLst>
          </p:cNvPr>
          <p:cNvSpPr>
            <a:spLocks noGrp="1"/>
          </p:cNvSpPr>
          <p:nvPr>
            <p:ph type="pic" sz="quarter" idx="14" hasCustomPrompt="1"/>
          </p:nvPr>
        </p:nvSpPr>
        <p:spPr>
          <a:xfrm>
            <a:off x="9144000" y="4532313"/>
            <a:ext cx="3048000" cy="2325687"/>
          </a:xfrm>
        </p:spPr>
        <p:txBody>
          <a:bodyPr/>
          <a:lstStyle>
            <a:lvl1pPr marL="0" indent="0" algn="ctr">
              <a:buNone/>
              <a:defRPr/>
            </a:lvl1pPr>
          </a:lstStyle>
          <a:p>
            <a:r>
              <a:rPr lang="en-US" dirty="0"/>
              <a:t>Click to add photo</a:t>
            </a:r>
          </a:p>
        </p:txBody>
      </p:sp>
      <p:sp>
        <p:nvSpPr>
          <p:cNvPr id="15" name="Date Placeholder 3">
            <a:extLst>
              <a:ext uri="{FF2B5EF4-FFF2-40B4-BE49-F238E27FC236}">
                <a16:creationId xmlns:a16="http://schemas.microsoft.com/office/drawing/2014/main" id="{D87D4A75-1737-4D5B-A386-9FE32DFB5E51}"/>
              </a:ext>
            </a:extLst>
          </p:cNvPr>
          <p:cNvSpPr>
            <a:spLocks noGrp="1"/>
          </p:cNvSpPr>
          <p:nvPr>
            <p:ph type="dt" sz="half" idx="10"/>
          </p:nvPr>
        </p:nvSpPr>
        <p:spPr>
          <a:xfrm>
            <a:off x="7013448" y="6355080"/>
            <a:ext cx="4352544" cy="365125"/>
          </a:xfrm>
        </p:spPr>
        <p:txBody>
          <a:bodyPr/>
          <a:lstStyle>
            <a:lvl1pPr>
              <a:defRPr>
                <a:solidFill>
                  <a:schemeClr val="bg1"/>
                </a:solidFill>
                <a:effectLst>
                  <a:outerShdw blurRad="38100" dist="38100" dir="2700000" algn="tl">
                    <a:srgbClr val="000000">
                      <a:alpha val="43137"/>
                    </a:srgbClr>
                  </a:outerShdw>
                </a:effectLst>
              </a:defRPr>
            </a:lvl1pPr>
          </a:lstStyle>
          <a:p>
            <a:r>
              <a:rPr lang="en-US" dirty="0"/>
              <a:t>20XX</a:t>
            </a:r>
          </a:p>
        </p:txBody>
      </p:sp>
      <p:sp>
        <p:nvSpPr>
          <p:cNvPr id="16" name="Slide Number Placeholder 5">
            <a:extLst>
              <a:ext uri="{FF2B5EF4-FFF2-40B4-BE49-F238E27FC236}">
                <a16:creationId xmlns:a16="http://schemas.microsoft.com/office/drawing/2014/main" id="{EB52AA41-FD0C-42C6-BD04-9E5B55A48989}"/>
              </a:ext>
            </a:extLst>
          </p:cNvPr>
          <p:cNvSpPr>
            <a:spLocks noGrp="1"/>
          </p:cNvSpPr>
          <p:nvPr>
            <p:ph type="sldNum" sz="quarter" idx="12"/>
          </p:nvPr>
        </p:nvSpPr>
        <p:spPr>
          <a:xfrm>
            <a:off x="11365992" y="6356350"/>
            <a:ext cx="630936" cy="365125"/>
          </a:xfrm>
        </p:spPr>
        <p:txBody>
          <a:bodyPr/>
          <a:lstStyle>
            <a:lvl1pPr>
              <a:defRPr>
                <a:solidFill>
                  <a:schemeClr val="bg1"/>
                </a:solidFill>
                <a:effectLst>
                  <a:outerShdw blurRad="38100" dist="38100" dir="2700000" algn="tl">
                    <a:srgbClr val="000000">
                      <a:alpha val="43137"/>
                    </a:srgbClr>
                  </a:outerShdw>
                </a:effectLst>
              </a:defRPr>
            </a:lvl1pPr>
          </a:lstStyle>
          <a:p>
            <a:fld id="{244D815C-8BF3-4ECF-A945-A2A7C2983AF9}" type="slidenum">
              <a:rPr lang="en-US" smtClean="0"/>
              <a:pPr/>
              <a:t>‹#›</a:t>
            </a:fld>
            <a:endParaRPr lang="en-US" dirty="0"/>
          </a:p>
        </p:txBody>
      </p:sp>
    </p:spTree>
    <p:extLst>
      <p:ext uri="{BB962C8B-B14F-4D97-AF65-F5344CB8AC3E}">
        <p14:creationId xmlns:p14="http://schemas.microsoft.com/office/powerpoint/2010/main" val="21346769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3E30A8-0D9C-47BB-8249-8A2EEEFC72DD}"/>
              </a:ext>
            </a:extLst>
          </p:cNvPr>
          <p:cNvSpPr>
            <a:spLocks noGrp="1"/>
          </p:cNvSpPr>
          <p:nvPr>
            <p:ph type="title"/>
          </p:nvPr>
        </p:nvSpPr>
        <p:spPr>
          <a:xfrm>
            <a:off x="649224" y="365124"/>
            <a:ext cx="10552176" cy="149961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FE93687-61FE-460F-A66F-4DF17994F394}"/>
              </a:ext>
            </a:extLst>
          </p:cNvPr>
          <p:cNvSpPr>
            <a:spLocks noGrp="1"/>
          </p:cNvSpPr>
          <p:nvPr>
            <p:ph type="body" idx="1"/>
          </p:nvPr>
        </p:nvSpPr>
        <p:spPr>
          <a:xfrm>
            <a:off x="649224" y="1984248"/>
            <a:ext cx="10552176" cy="41970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AEE1FFB-7673-4E75-9B5C-5572E2B0683B}"/>
              </a:ext>
            </a:extLst>
          </p:cNvPr>
          <p:cNvSpPr>
            <a:spLocks noGrp="1"/>
          </p:cNvSpPr>
          <p:nvPr>
            <p:ph type="dt" sz="half" idx="2"/>
          </p:nvPr>
        </p:nvSpPr>
        <p:spPr>
          <a:xfrm>
            <a:off x="7013448" y="6355080"/>
            <a:ext cx="4352544" cy="365125"/>
          </a:xfrm>
          <a:prstGeom prst="rect">
            <a:avLst/>
          </a:prstGeom>
        </p:spPr>
        <p:txBody>
          <a:bodyPr vert="horz" lIns="91440" tIns="45720" rIns="91440" bIns="45720" rtlCol="0" anchor="ctr"/>
          <a:lstStyle>
            <a:lvl1pPr algn="r">
              <a:defRPr sz="1050">
                <a:solidFill>
                  <a:schemeClr val="tx1"/>
                </a:solidFill>
              </a:defRPr>
            </a:lvl1pPr>
          </a:lstStyle>
          <a:p>
            <a:r>
              <a:rPr lang="en-US" dirty="0"/>
              <a:t>20XX</a:t>
            </a:r>
          </a:p>
        </p:txBody>
      </p:sp>
      <p:sp>
        <p:nvSpPr>
          <p:cNvPr id="5" name="Footer Placeholder 4">
            <a:extLst>
              <a:ext uri="{FF2B5EF4-FFF2-40B4-BE49-F238E27FC236}">
                <a16:creationId xmlns:a16="http://schemas.microsoft.com/office/drawing/2014/main" id="{66C4B9AF-F93C-43E8-8E68-3B700825CE91}"/>
              </a:ext>
            </a:extLst>
          </p:cNvPr>
          <p:cNvSpPr>
            <a:spLocks noGrp="1"/>
          </p:cNvSpPr>
          <p:nvPr>
            <p:ph type="ftr" sz="quarter" idx="3"/>
          </p:nvPr>
        </p:nvSpPr>
        <p:spPr>
          <a:xfrm>
            <a:off x="201168" y="6356350"/>
            <a:ext cx="4837176" cy="365125"/>
          </a:xfrm>
          <a:prstGeom prst="rect">
            <a:avLst/>
          </a:prstGeom>
        </p:spPr>
        <p:txBody>
          <a:bodyPr vert="horz" lIns="91440" tIns="45720" rIns="91440" bIns="45720" rtlCol="0" anchor="ctr"/>
          <a:lstStyle>
            <a:lvl1pPr algn="l">
              <a:defRPr sz="1050">
                <a:solidFill>
                  <a:schemeClr val="tx1"/>
                </a:solidFill>
              </a:defRPr>
            </a:lvl1pPr>
          </a:lstStyle>
          <a:p>
            <a:r>
              <a:rPr lang="en-US" sz="1050" dirty="0"/>
              <a:t>Presentation title</a:t>
            </a:r>
          </a:p>
        </p:txBody>
      </p:sp>
      <p:sp>
        <p:nvSpPr>
          <p:cNvPr id="6" name="Slide Number Placeholder 5">
            <a:extLst>
              <a:ext uri="{FF2B5EF4-FFF2-40B4-BE49-F238E27FC236}">
                <a16:creationId xmlns:a16="http://schemas.microsoft.com/office/drawing/2014/main" id="{9CD739F7-0AE5-4677-8957-9961D67C18E5}"/>
              </a:ext>
            </a:extLst>
          </p:cNvPr>
          <p:cNvSpPr>
            <a:spLocks noGrp="1"/>
          </p:cNvSpPr>
          <p:nvPr>
            <p:ph type="sldNum" sz="quarter" idx="4"/>
          </p:nvPr>
        </p:nvSpPr>
        <p:spPr>
          <a:xfrm>
            <a:off x="11365992" y="6356350"/>
            <a:ext cx="630936" cy="365125"/>
          </a:xfrm>
          <a:prstGeom prst="rect">
            <a:avLst/>
          </a:prstGeom>
        </p:spPr>
        <p:txBody>
          <a:bodyPr vert="horz" lIns="91440" tIns="45720" rIns="91440" bIns="45720" rtlCol="0" anchor="ctr"/>
          <a:lstStyle>
            <a:lvl1pPr algn="r">
              <a:defRPr sz="1050">
                <a:solidFill>
                  <a:schemeClr val="tx1"/>
                </a:solidFill>
              </a:defRPr>
            </a:lvl1pPr>
          </a:lstStyle>
          <a:p>
            <a:fld id="{0D4885A8-DDA8-4FCF-AB25-DA8F78EC7557}" type="slidenum">
              <a:rPr lang="en-US" smtClean="0"/>
              <a:pPr/>
              <a:t>‹#›</a:t>
            </a:fld>
            <a:endParaRPr lang="en-US" dirty="0"/>
          </a:p>
        </p:txBody>
      </p:sp>
    </p:spTree>
    <p:extLst>
      <p:ext uri="{BB962C8B-B14F-4D97-AF65-F5344CB8AC3E}">
        <p14:creationId xmlns:p14="http://schemas.microsoft.com/office/powerpoint/2010/main" val="38998404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85" r:id="rId13"/>
  </p:sldLayoutIdLst>
  <p:hf hdr="0"/>
  <p:txStyles>
    <p:titleStyle>
      <a:lvl1pPr algn="l" defTabSz="914400" rtl="0" eaLnBrk="1" latinLnBrk="0" hangingPunct="1">
        <a:lnSpc>
          <a:spcPct val="90000"/>
        </a:lnSpc>
        <a:spcBef>
          <a:spcPct val="0"/>
        </a:spcBef>
        <a:buNone/>
        <a:defRPr sz="4800" b="1" kern="1200" spc="-40" baseline="0">
          <a:solidFill>
            <a:schemeClr val="accent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400" kern="1200" spc="-20" baseline="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spc="-20" baseline="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spc="-20" baseline="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spc="-20" baseline="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spc="-2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12.xml"/><Relationship Id="rId5" Type="http://schemas.openxmlformats.org/officeDocument/2006/relationships/image" Target="../media/image16.jpeg"/><Relationship Id="rId4" Type="http://schemas.openxmlformats.org/officeDocument/2006/relationships/image" Target="../media/image15.jpeg"/></Relationships>
</file>

<file path=ppt/slides/_rels/slide1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8D150CF-F888-48EA-89E8-311ED5E9161B}"/>
              </a:ext>
            </a:extLst>
          </p:cNvPr>
          <p:cNvSpPr>
            <a:spLocks noGrp="1"/>
          </p:cNvSpPr>
          <p:nvPr>
            <p:ph type="ctrTitle"/>
          </p:nvPr>
        </p:nvSpPr>
        <p:spPr>
          <a:xfrm>
            <a:off x="649044" y="753034"/>
            <a:ext cx="6815446" cy="3887390"/>
          </a:xfrm>
        </p:spPr>
        <p:txBody>
          <a:bodyPr>
            <a:normAutofit/>
          </a:bodyPr>
          <a:lstStyle/>
          <a:p>
            <a:r>
              <a:rPr lang="en-US" sz="3600" dirty="0"/>
              <a:t>API Security Fundamentals</a:t>
            </a:r>
            <a:br>
              <a:rPr lang="en-US" sz="3600" dirty="0"/>
            </a:br>
            <a:br>
              <a:rPr lang="en-US" sz="3600" dirty="0"/>
            </a:br>
            <a:r>
              <a:rPr lang="en-US" sz="3600" dirty="0"/>
              <a:t>OWASP API Security Top 10</a:t>
            </a:r>
            <a:br>
              <a:rPr lang="en-US" sz="3600" dirty="0"/>
            </a:br>
            <a:endParaRPr lang="en-US" sz="3600" dirty="0"/>
          </a:p>
        </p:txBody>
      </p:sp>
      <p:sp>
        <p:nvSpPr>
          <p:cNvPr id="8" name="Subtitle 7">
            <a:extLst>
              <a:ext uri="{FF2B5EF4-FFF2-40B4-BE49-F238E27FC236}">
                <a16:creationId xmlns:a16="http://schemas.microsoft.com/office/drawing/2014/main" id="{6BBE0348-1527-4055-BA8A-E2754222743D}"/>
              </a:ext>
            </a:extLst>
          </p:cNvPr>
          <p:cNvSpPr>
            <a:spLocks noGrp="1"/>
          </p:cNvSpPr>
          <p:nvPr>
            <p:ph type="subTitle" idx="1"/>
          </p:nvPr>
        </p:nvSpPr>
        <p:spPr>
          <a:xfrm>
            <a:off x="649045" y="4640424"/>
            <a:ext cx="6437555" cy="1303176"/>
          </a:xfrm>
        </p:spPr>
        <p:txBody>
          <a:bodyPr/>
          <a:lstStyle/>
          <a:p>
            <a:r>
              <a:rPr lang="en-US" dirty="0"/>
              <a:t>Presenter name</a:t>
            </a:r>
          </a:p>
        </p:txBody>
      </p:sp>
      <p:pic>
        <p:nvPicPr>
          <p:cNvPr id="5" name="Picture Placeholder 4" descr="A picture containing mountain, sky, outdoor, nature, sunrise ">
            <a:extLst>
              <a:ext uri="{FF2B5EF4-FFF2-40B4-BE49-F238E27FC236}">
                <a16:creationId xmlns:a16="http://schemas.microsoft.com/office/drawing/2014/main" id="{A33E67C0-6C95-48DB-97CC-8CE8D36C05FB}"/>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a:stretch/>
        </p:blipFill>
        <p:spPr>
          <a:xfrm>
            <a:off x="8113533" y="0"/>
            <a:ext cx="4082983" cy="6858000"/>
          </a:xfrm>
        </p:spPr>
      </p:pic>
    </p:spTree>
    <p:extLst>
      <p:ext uri="{BB962C8B-B14F-4D97-AF65-F5344CB8AC3E}">
        <p14:creationId xmlns:p14="http://schemas.microsoft.com/office/powerpoint/2010/main" val="27207183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8DED76B9-5273-4139-ACC9-B6E36ADE2385}"/>
              </a:ext>
            </a:extLst>
          </p:cNvPr>
          <p:cNvSpPr>
            <a:spLocks noGrp="1"/>
          </p:cNvSpPr>
          <p:nvPr>
            <p:ph type="title"/>
          </p:nvPr>
        </p:nvSpPr>
        <p:spPr>
          <a:xfrm>
            <a:off x="532264" y="776941"/>
            <a:ext cx="3209008" cy="5166659"/>
          </a:xfrm>
        </p:spPr>
        <p:txBody>
          <a:bodyPr/>
          <a:lstStyle/>
          <a:p>
            <a:r>
              <a:rPr lang="en-US" dirty="0"/>
              <a:t>Agenda</a:t>
            </a:r>
          </a:p>
        </p:txBody>
      </p:sp>
      <p:sp>
        <p:nvSpPr>
          <p:cNvPr id="20" name="Footer Placeholder 19">
            <a:extLst>
              <a:ext uri="{FF2B5EF4-FFF2-40B4-BE49-F238E27FC236}">
                <a16:creationId xmlns:a16="http://schemas.microsoft.com/office/drawing/2014/main" id="{6DB8AAF6-0D0C-4F4F-A10E-6A66E4A7BEC3}"/>
              </a:ext>
            </a:extLst>
          </p:cNvPr>
          <p:cNvSpPr>
            <a:spLocks noGrp="1"/>
          </p:cNvSpPr>
          <p:nvPr>
            <p:ph type="ftr" sz="quarter" idx="11"/>
          </p:nvPr>
        </p:nvSpPr>
        <p:spPr>
          <a:xfrm>
            <a:off x="199277" y="6356350"/>
            <a:ext cx="3749040" cy="365125"/>
          </a:xfrm>
        </p:spPr>
        <p:txBody>
          <a:bodyPr/>
          <a:lstStyle/>
          <a:p>
            <a:r>
              <a:rPr lang="en-US" dirty="0"/>
              <a:t>Presentation title</a:t>
            </a:r>
          </a:p>
        </p:txBody>
      </p:sp>
      <p:sp>
        <p:nvSpPr>
          <p:cNvPr id="18" name="Text Placeholder 17">
            <a:extLst>
              <a:ext uri="{FF2B5EF4-FFF2-40B4-BE49-F238E27FC236}">
                <a16:creationId xmlns:a16="http://schemas.microsoft.com/office/drawing/2014/main" id="{87F2C169-25EA-4609-BC8A-BCA7C433EEE4}"/>
              </a:ext>
            </a:extLst>
          </p:cNvPr>
          <p:cNvSpPr>
            <a:spLocks noGrp="1"/>
          </p:cNvSpPr>
          <p:nvPr>
            <p:ph type="body" sz="quarter" idx="15"/>
          </p:nvPr>
        </p:nvSpPr>
        <p:spPr>
          <a:xfrm>
            <a:off x="4864100" y="136526"/>
            <a:ext cx="6599238" cy="6001308"/>
          </a:xfrm>
        </p:spPr>
        <p:txBody>
          <a:bodyPr>
            <a:normAutofit/>
          </a:bodyPr>
          <a:lstStyle/>
          <a:p>
            <a:r>
              <a:rPr lang="en-US" sz="2800" b="1" dirty="0"/>
              <a:t>Introduction - Why API Security?</a:t>
            </a:r>
          </a:p>
          <a:p>
            <a:r>
              <a:rPr lang="en-US" sz="2800" b="1" dirty="0"/>
              <a:t>Real-World API Breaches</a:t>
            </a:r>
          </a:p>
          <a:p>
            <a:r>
              <a:rPr lang="en-US" sz="2800" b="1" dirty="0"/>
              <a:t>OWASP API Security Top 10</a:t>
            </a:r>
          </a:p>
        </p:txBody>
      </p:sp>
      <p:sp>
        <p:nvSpPr>
          <p:cNvPr id="21" name="Slide Number Placeholder 20">
            <a:extLst>
              <a:ext uri="{FF2B5EF4-FFF2-40B4-BE49-F238E27FC236}">
                <a16:creationId xmlns:a16="http://schemas.microsoft.com/office/drawing/2014/main" id="{C19BFBA5-3E41-40F8-9EFB-9DF730F5B6E4}"/>
              </a:ext>
            </a:extLst>
          </p:cNvPr>
          <p:cNvSpPr>
            <a:spLocks noGrp="1"/>
          </p:cNvSpPr>
          <p:nvPr>
            <p:ph type="sldNum" sz="quarter" idx="12"/>
          </p:nvPr>
        </p:nvSpPr>
        <p:spPr>
          <a:xfrm>
            <a:off x="11365992" y="6356350"/>
            <a:ext cx="630936" cy="365125"/>
          </a:xfrm>
        </p:spPr>
        <p:txBody>
          <a:bodyPr/>
          <a:lstStyle/>
          <a:p>
            <a:pPr lvl="0"/>
            <a:fld id="{244D815C-8BF3-4ECF-A945-A2A7C2983AF9}" type="slidenum">
              <a:rPr lang="en-US" noProof="0" smtClean="0"/>
              <a:pPr lvl="0"/>
              <a:t>2</a:t>
            </a:fld>
            <a:endParaRPr lang="en-US" noProof="0" dirty="0"/>
          </a:p>
        </p:txBody>
      </p:sp>
    </p:spTree>
    <p:extLst>
      <p:ext uri="{BB962C8B-B14F-4D97-AF65-F5344CB8AC3E}">
        <p14:creationId xmlns:p14="http://schemas.microsoft.com/office/powerpoint/2010/main" val="21063478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32">
            <a:extLst>
              <a:ext uri="{FF2B5EF4-FFF2-40B4-BE49-F238E27FC236}">
                <a16:creationId xmlns:a16="http://schemas.microsoft.com/office/drawing/2014/main" id="{2D22322F-E79D-4BEF-8038-DE2C8F5CCA40}"/>
              </a:ext>
            </a:extLst>
          </p:cNvPr>
          <p:cNvSpPr>
            <a:spLocks noGrp="1"/>
          </p:cNvSpPr>
          <p:nvPr>
            <p:ph type="title"/>
          </p:nvPr>
        </p:nvSpPr>
        <p:spPr>
          <a:xfrm>
            <a:off x="1249680" y="190500"/>
            <a:ext cx="10036292" cy="773776"/>
          </a:xfrm>
        </p:spPr>
        <p:txBody>
          <a:bodyPr>
            <a:normAutofit fontScale="90000"/>
          </a:bodyPr>
          <a:lstStyle/>
          <a:p>
            <a:r>
              <a:rPr lang="en-US" sz="4800" b="1" dirty="0"/>
              <a:t>Why API Security</a:t>
            </a:r>
            <a:endParaRPr lang="en-US" dirty="0"/>
          </a:p>
        </p:txBody>
      </p:sp>
      <p:sp>
        <p:nvSpPr>
          <p:cNvPr id="8" name="Slide Number Placeholder 7">
            <a:extLst>
              <a:ext uri="{FF2B5EF4-FFF2-40B4-BE49-F238E27FC236}">
                <a16:creationId xmlns:a16="http://schemas.microsoft.com/office/drawing/2014/main" id="{99800B7A-B486-4409-9EDD-0A7B9628EDE8}"/>
              </a:ext>
            </a:extLst>
          </p:cNvPr>
          <p:cNvSpPr>
            <a:spLocks noGrp="1"/>
          </p:cNvSpPr>
          <p:nvPr>
            <p:ph type="sldNum" sz="quarter" idx="12"/>
          </p:nvPr>
        </p:nvSpPr>
        <p:spPr>
          <a:xfrm>
            <a:off x="11365992" y="6356350"/>
            <a:ext cx="630936" cy="365125"/>
          </a:xfrm>
        </p:spPr>
        <p:txBody>
          <a:bodyPr/>
          <a:lstStyle/>
          <a:p>
            <a:pPr lvl="0"/>
            <a:fld id="{06B786C7-B8F9-4072-AAAA-17258464D730}" type="slidenum">
              <a:rPr lang="en-US" noProof="0" smtClean="0"/>
              <a:pPr lvl="0"/>
              <a:t>3</a:t>
            </a:fld>
            <a:endParaRPr lang="en-US" noProof="0" dirty="0"/>
          </a:p>
        </p:txBody>
      </p:sp>
      <p:graphicFrame>
        <p:nvGraphicFramePr>
          <p:cNvPr id="2" name="Table 1">
            <a:extLst>
              <a:ext uri="{FF2B5EF4-FFF2-40B4-BE49-F238E27FC236}">
                <a16:creationId xmlns:a16="http://schemas.microsoft.com/office/drawing/2014/main" id="{4E398CA0-7FF5-796F-F9FB-715854417A76}"/>
              </a:ext>
            </a:extLst>
          </p:cNvPr>
          <p:cNvGraphicFramePr>
            <a:graphicFrameLocks noGrp="1"/>
          </p:cNvGraphicFramePr>
          <p:nvPr/>
        </p:nvGraphicFramePr>
        <p:xfrm>
          <a:off x="649288" y="2208530"/>
          <a:ext cx="10552113" cy="3749040"/>
        </p:xfrm>
        <a:graphic>
          <a:graphicData uri="http://schemas.openxmlformats.org/drawingml/2006/table">
            <a:tbl>
              <a:tblPr/>
              <a:tblGrid>
                <a:gridCol w="3517371">
                  <a:extLst>
                    <a:ext uri="{9D8B030D-6E8A-4147-A177-3AD203B41FA5}">
                      <a16:colId xmlns:a16="http://schemas.microsoft.com/office/drawing/2014/main" val="2121311700"/>
                    </a:ext>
                  </a:extLst>
                </a:gridCol>
                <a:gridCol w="3517371">
                  <a:extLst>
                    <a:ext uri="{9D8B030D-6E8A-4147-A177-3AD203B41FA5}">
                      <a16:colId xmlns:a16="http://schemas.microsoft.com/office/drawing/2014/main" val="961146848"/>
                    </a:ext>
                  </a:extLst>
                </a:gridCol>
                <a:gridCol w="3517371">
                  <a:extLst>
                    <a:ext uri="{9D8B030D-6E8A-4147-A177-3AD203B41FA5}">
                      <a16:colId xmlns:a16="http://schemas.microsoft.com/office/drawing/2014/main" val="66092001"/>
                    </a:ext>
                  </a:extLst>
                </a:gridCol>
              </a:tblGrid>
              <a:tr h="365760">
                <a:tc>
                  <a:txBody>
                    <a:bodyPr/>
                    <a:lstStyle/>
                    <a:p>
                      <a:r>
                        <a:rPr lang="en-IN" sz="1800"/>
                        <a:t>Term</a:t>
                      </a:r>
                    </a:p>
                  </a:txBody>
                  <a:tcPr anchor="ctr">
                    <a:lnL>
                      <a:noFill/>
                    </a:lnL>
                    <a:lnR>
                      <a:noFill/>
                    </a:lnR>
                    <a:lnT>
                      <a:noFill/>
                    </a:lnT>
                    <a:lnB>
                      <a:noFill/>
                    </a:lnB>
                    <a:noFill/>
                  </a:tcPr>
                </a:tc>
                <a:tc>
                  <a:txBody>
                    <a:bodyPr/>
                    <a:lstStyle/>
                    <a:p>
                      <a:r>
                        <a:rPr lang="en-IN" sz="1800"/>
                        <a:t>Description</a:t>
                      </a:r>
                    </a:p>
                  </a:txBody>
                  <a:tcPr anchor="ctr">
                    <a:lnL>
                      <a:noFill/>
                    </a:lnL>
                    <a:lnR>
                      <a:noFill/>
                    </a:lnR>
                    <a:lnT>
                      <a:noFill/>
                    </a:lnT>
                    <a:lnB>
                      <a:noFill/>
                    </a:lnB>
                    <a:noFill/>
                  </a:tcPr>
                </a:tc>
                <a:tc>
                  <a:txBody>
                    <a:bodyPr/>
                    <a:lstStyle/>
                    <a:p>
                      <a:r>
                        <a:rPr lang="en-IN" sz="1800"/>
                        <a:t>Example</a:t>
                      </a:r>
                    </a:p>
                  </a:txBody>
                  <a:tcPr anchor="ctr">
                    <a:lnL>
                      <a:noFill/>
                    </a:lnL>
                    <a:lnR>
                      <a:noFill/>
                    </a:lnR>
                    <a:lnT>
                      <a:noFill/>
                    </a:lnT>
                    <a:lnB>
                      <a:noFill/>
                    </a:lnB>
                    <a:noFill/>
                  </a:tcPr>
                </a:tc>
                <a:extLst>
                  <a:ext uri="{0D108BD9-81ED-4DB2-BD59-A6C34878D82A}">
                    <a16:rowId xmlns:a16="http://schemas.microsoft.com/office/drawing/2014/main" val="1327141759"/>
                  </a:ext>
                </a:extLst>
              </a:tr>
              <a:tr h="640080">
                <a:tc>
                  <a:txBody>
                    <a:bodyPr/>
                    <a:lstStyle/>
                    <a:p>
                      <a:r>
                        <a:rPr lang="en-IN" sz="1800"/>
                        <a:t>Security Vulnerability</a:t>
                      </a:r>
                    </a:p>
                  </a:txBody>
                  <a:tcPr anchor="ctr">
                    <a:lnL>
                      <a:noFill/>
                    </a:lnL>
                    <a:lnR>
                      <a:noFill/>
                    </a:lnR>
                    <a:lnT>
                      <a:noFill/>
                    </a:lnT>
                    <a:lnB>
                      <a:noFill/>
                    </a:lnB>
                    <a:noFill/>
                  </a:tcPr>
                </a:tc>
                <a:tc>
                  <a:txBody>
                    <a:bodyPr/>
                    <a:lstStyle/>
                    <a:p>
                      <a:r>
                        <a:rPr lang="en-IN" sz="1800"/>
                        <a:t>Weakness in a system</a:t>
                      </a:r>
                    </a:p>
                  </a:txBody>
                  <a:tcPr anchor="ctr">
                    <a:lnL>
                      <a:noFill/>
                    </a:lnL>
                    <a:lnR>
                      <a:noFill/>
                    </a:lnR>
                    <a:lnT>
                      <a:noFill/>
                    </a:lnT>
                    <a:lnB>
                      <a:noFill/>
                    </a:lnB>
                    <a:noFill/>
                  </a:tcPr>
                </a:tc>
                <a:tc>
                  <a:txBody>
                    <a:bodyPr/>
                    <a:lstStyle/>
                    <a:p>
                      <a:r>
                        <a:rPr lang="en-US" sz="1800"/>
                        <a:t>A bug in software code that allows unauthorized access.</a:t>
                      </a:r>
                    </a:p>
                  </a:txBody>
                  <a:tcPr anchor="ctr">
                    <a:lnL>
                      <a:noFill/>
                    </a:lnL>
                    <a:lnR>
                      <a:noFill/>
                    </a:lnR>
                    <a:lnT>
                      <a:noFill/>
                    </a:lnT>
                    <a:lnB>
                      <a:noFill/>
                    </a:lnB>
                    <a:noFill/>
                  </a:tcPr>
                </a:tc>
                <a:extLst>
                  <a:ext uri="{0D108BD9-81ED-4DB2-BD59-A6C34878D82A}">
                    <a16:rowId xmlns:a16="http://schemas.microsoft.com/office/drawing/2014/main" val="651255821"/>
                  </a:ext>
                </a:extLst>
              </a:tr>
              <a:tr h="914400">
                <a:tc>
                  <a:txBody>
                    <a:bodyPr/>
                    <a:lstStyle/>
                    <a:p>
                      <a:r>
                        <a:rPr lang="en-IN" sz="1800"/>
                        <a:t>API Vulnerability</a:t>
                      </a:r>
                    </a:p>
                  </a:txBody>
                  <a:tcPr anchor="ctr">
                    <a:lnL>
                      <a:noFill/>
                    </a:lnL>
                    <a:lnR>
                      <a:noFill/>
                    </a:lnR>
                    <a:lnT>
                      <a:noFill/>
                    </a:lnT>
                    <a:lnB>
                      <a:noFill/>
                    </a:lnB>
                    <a:noFill/>
                  </a:tcPr>
                </a:tc>
                <a:tc>
                  <a:txBody>
                    <a:bodyPr/>
                    <a:lstStyle/>
                    <a:p>
                      <a:r>
                        <a:rPr lang="en-IN" sz="1800"/>
                        <a:t>Weakness in an API</a:t>
                      </a:r>
                    </a:p>
                  </a:txBody>
                  <a:tcPr anchor="ctr">
                    <a:lnL>
                      <a:noFill/>
                    </a:lnL>
                    <a:lnR>
                      <a:noFill/>
                    </a:lnR>
                    <a:lnT>
                      <a:noFill/>
                    </a:lnT>
                    <a:lnB>
                      <a:noFill/>
                    </a:lnB>
                    <a:noFill/>
                  </a:tcPr>
                </a:tc>
                <a:tc>
                  <a:txBody>
                    <a:bodyPr/>
                    <a:lstStyle/>
                    <a:p>
                      <a:r>
                        <a:rPr lang="en-US" sz="1800"/>
                        <a:t>Weak authentication in an API allows unauthorized access to data.</a:t>
                      </a:r>
                    </a:p>
                  </a:txBody>
                  <a:tcPr anchor="ctr">
                    <a:lnL>
                      <a:noFill/>
                    </a:lnL>
                    <a:lnR>
                      <a:noFill/>
                    </a:lnR>
                    <a:lnT>
                      <a:noFill/>
                    </a:lnT>
                    <a:lnB>
                      <a:noFill/>
                    </a:lnB>
                    <a:noFill/>
                  </a:tcPr>
                </a:tc>
                <a:extLst>
                  <a:ext uri="{0D108BD9-81ED-4DB2-BD59-A6C34878D82A}">
                    <a16:rowId xmlns:a16="http://schemas.microsoft.com/office/drawing/2014/main" val="901687213"/>
                  </a:ext>
                </a:extLst>
              </a:tr>
              <a:tr h="914400">
                <a:tc>
                  <a:txBody>
                    <a:bodyPr/>
                    <a:lstStyle/>
                    <a:p>
                      <a:r>
                        <a:rPr lang="en-IN" sz="1800"/>
                        <a:t>Data Breach</a:t>
                      </a:r>
                    </a:p>
                  </a:txBody>
                  <a:tcPr anchor="ctr">
                    <a:lnL>
                      <a:noFill/>
                    </a:lnL>
                    <a:lnR>
                      <a:noFill/>
                    </a:lnR>
                    <a:lnT>
                      <a:noFill/>
                    </a:lnT>
                    <a:lnB>
                      <a:noFill/>
                    </a:lnB>
                    <a:noFill/>
                  </a:tcPr>
                </a:tc>
                <a:tc>
                  <a:txBody>
                    <a:bodyPr/>
                    <a:lstStyle/>
                    <a:p>
                      <a:r>
                        <a:rPr lang="en-US" sz="1800"/>
                        <a:t>Unauthorized access to sensitive information</a:t>
                      </a:r>
                    </a:p>
                  </a:txBody>
                  <a:tcPr anchor="ctr">
                    <a:lnL>
                      <a:noFill/>
                    </a:lnL>
                    <a:lnR>
                      <a:noFill/>
                    </a:lnR>
                    <a:lnT>
                      <a:noFill/>
                    </a:lnT>
                    <a:lnB>
                      <a:noFill/>
                    </a:lnB>
                    <a:noFill/>
                  </a:tcPr>
                </a:tc>
                <a:tc>
                  <a:txBody>
                    <a:bodyPr/>
                    <a:lstStyle/>
                    <a:p>
                      <a:r>
                        <a:rPr lang="en-US" sz="1800"/>
                        <a:t>Hackers steal customer credit card details from a company's database.</a:t>
                      </a:r>
                    </a:p>
                  </a:txBody>
                  <a:tcPr anchor="ctr">
                    <a:lnL>
                      <a:noFill/>
                    </a:lnL>
                    <a:lnR>
                      <a:noFill/>
                    </a:lnR>
                    <a:lnT>
                      <a:noFill/>
                    </a:lnT>
                    <a:lnB>
                      <a:noFill/>
                    </a:lnB>
                    <a:noFill/>
                  </a:tcPr>
                </a:tc>
                <a:extLst>
                  <a:ext uri="{0D108BD9-81ED-4DB2-BD59-A6C34878D82A}">
                    <a16:rowId xmlns:a16="http://schemas.microsoft.com/office/drawing/2014/main" val="3554860823"/>
                  </a:ext>
                </a:extLst>
              </a:tr>
              <a:tr h="914400">
                <a:tc>
                  <a:txBody>
                    <a:bodyPr/>
                    <a:lstStyle/>
                    <a:p>
                      <a:r>
                        <a:rPr lang="en-IN" sz="1800"/>
                        <a:t>Security Breach</a:t>
                      </a:r>
                    </a:p>
                  </a:txBody>
                  <a:tcPr anchor="ctr">
                    <a:lnL>
                      <a:noFill/>
                    </a:lnL>
                    <a:lnR>
                      <a:noFill/>
                    </a:lnR>
                    <a:lnT>
                      <a:noFill/>
                    </a:lnT>
                    <a:lnB>
                      <a:noFill/>
                    </a:lnB>
                    <a:noFill/>
                  </a:tcPr>
                </a:tc>
                <a:tc>
                  <a:txBody>
                    <a:bodyPr/>
                    <a:lstStyle/>
                    <a:p>
                      <a:r>
                        <a:rPr lang="en-US" sz="1800"/>
                        <a:t>Unauthorized access to a system</a:t>
                      </a:r>
                    </a:p>
                  </a:txBody>
                  <a:tcPr anchor="ctr">
                    <a:lnL>
                      <a:noFill/>
                    </a:lnL>
                    <a:lnR>
                      <a:noFill/>
                    </a:lnR>
                    <a:lnT>
                      <a:noFill/>
                    </a:lnT>
                    <a:lnB>
                      <a:noFill/>
                    </a:lnB>
                    <a:noFill/>
                  </a:tcPr>
                </a:tc>
                <a:tc>
                  <a:txBody>
                    <a:bodyPr/>
                    <a:lstStyle/>
                    <a:p>
                      <a:r>
                        <a:rPr lang="en-US" sz="1800" dirty="0"/>
                        <a:t>Hackers gain access to a company network and install malware.</a:t>
                      </a:r>
                    </a:p>
                  </a:txBody>
                  <a:tcPr anchor="ctr">
                    <a:lnL>
                      <a:noFill/>
                    </a:lnL>
                    <a:lnR>
                      <a:noFill/>
                    </a:lnR>
                    <a:lnT>
                      <a:noFill/>
                    </a:lnT>
                    <a:lnB>
                      <a:noFill/>
                    </a:lnB>
                    <a:noFill/>
                  </a:tcPr>
                </a:tc>
                <a:extLst>
                  <a:ext uri="{0D108BD9-81ED-4DB2-BD59-A6C34878D82A}">
                    <a16:rowId xmlns:a16="http://schemas.microsoft.com/office/drawing/2014/main" val="604780552"/>
                  </a:ext>
                </a:extLst>
              </a:tr>
            </a:tbl>
          </a:graphicData>
        </a:graphic>
      </p:graphicFrame>
    </p:spTree>
    <p:extLst>
      <p:ext uri="{BB962C8B-B14F-4D97-AF65-F5344CB8AC3E}">
        <p14:creationId xmlns:p14="http://schemas.microsoft.com/office/powerpoint/2010/main" val="26762241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32">
            <a:extLst>
              <a:ext uri="{FF2B5EF4-FFF2-40B4-BE49-F238E27FC236}">
                <a16:creationId xmlns:a16="http://schemas.microsoft.com/office/drawing/2014/main" id="{2D22322F-E79D-4BEF-8038-DE2C8F5CCA40}"/>
              </a:ext>
            </a:extLst>
          </p:cNvPr>
          <p:cNvSpPr>
            <a:spLocks noGrp="1"/>
          </p:cNvSpPr>
          <p:nvPr>
            <p:ph type="title"/>
          </p:nvPr>
        </p:nvSpPr>
        <p:spPr>
          <a:xfrm>
            <a:off x="1249680" y="190500"/>
            <a:ext cx="10036292" cy="773776"/>
          </a:xfrm>
        </p:spPr>
        <p:txBody>
          <a:bodyPr>
            <a:normAutofit fontScale="90000"/>
          </a:bodyPr>
          <a:lstStyle/>
          <a:p>
            <a:r>
              <a:rPr lang="en-US" sz="4800" b="1" dirty="0"/>
              <a:t>Why API Security</a:t>
            </a:r>
            <a:endParaRPr lang="en-US" dirty="0"/>
          </a:p>
        </p:txBody>
      </p:sp>
      <p:sp>
        <p:nvSpPr>
          <p:cNvPr id="14" name="Text Placeholder 13">
            <a:extLst>
              <a:ext uri="{FF2B5EF4-FFF2-40B4-BE49-F238E27FC236}">
                <a16:creationId xmlns:a16="http://schemas.microsoft.com/office/drawing/2014/main" id="{61A6601B-A3E2-47A2-B731-4FE03C43E2B0}"/>
              </a:ext>
            </a:extLst>
          </p:cNvPr>
          <p:cNvSpPr>
            <a:spLocks noGrp="1"/>
          </p:cNvSpPr>
          <p:nvPr>
            <p:ph type="body" sz="quarter" idx="14"/>
          </p:nvPr>
        </p:nvSpPr>
        <p:spPr>
          <a:xfrm>
            <a:off x="201168" y="1243877"/>
            <a:ext cx="4756714" cy="597604"/>
          </a:xfrm>
        </p:spPr>
        <p:txBody>
          <a:bodyPr/>
          <a:lstStyle/>
          <a:p>
            <a:r>
              <a:rPr lang="en-US" dirty="0"/>
              <a:t>APIs are everywhere</a:t>
            </a:r>
          </a:p>
        </p:txBody>
      </p:sp>
      <p:sp>
        <p:nvSpPr>
          <p:cNvPr id="8" name="Slide Number Placeholder 7">
            <a:extLst>
              <a:ext uri="{FF2B5EF4-FFF2-40B4-BE49-F238E27FC236}">
                <a16:creationId xmlns:a16="http://schemas.microsoft.com/office/drawing/2014/main" id="{99800B7A-B486-4409-9EDD-0A7B9628EDE8}"/>
              </a:ext>
            </a:extLst>
          </p:cNvPr>
          <p:cNvSpPr>
            <a:spLocks noGrp="1"/>
          </p:cNvSpPr>
          <p:nvPr>
            <p:ph type="sldNum" sz="quarter" idx="12"/>
          </p:nvPr>
        </p:nvSpPr>
        <p:spPr>
          <a:xfrm>
            <a:off x="11365992" y="6356350"/>
            <a:ext cx="630936" cy="365125"/>
          </a:xfrm>
        </p:spPr>
        <p:txBody>
          <a:bodyPr/>
          <a:lstStyle/>
          <a:p>
            <a:pPr lvl="0"/>
            <a:fld id="{06B786C7-B8F9-4072-AAAA-17258464D730}" type="slidenum">
              <a:rPr lang="en-US" noProof="0" smtClean="0"/>
              <a:pPr lvl="0"/>
              <a:t>4</a:t>
            </a:fld>
            <a:endParaRPr lang="en-US" noProof="0" dirty="0"/>
          </a:p>
        </p:txBody>
      </p:sp>
      <p:pic>
        <p:nvPicPr>
          <p:cNvPr id="1026" name="Picture 2">
            <a:extLst>
              <a:ext uri="{FF2B5EF4-FFF2-40B4-BE49-F238E27FC236}">
                <a16:creationId xmlns:a16="http://schemas.microsoft.com/office/drawing/2014/main" id="{822070D3-EACA-5F0D-4964-0CD3E1F351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1076" y="2121082"/>
            <a:ext cx="10736317" cy="38067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54288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32">
            <a:extLst>
              <a:ext uri="{FF2B5EF4-FFF2-40B4-BE49-F238E27FC236}">
                <a16:creationId xmlns:a16="http://schemas.microsoft.com/office/drawing/2014/main" id="{2D22322F-E79D-4BEF-8038-DE2C8F5CCA40}"/>
              </a:ext>
            </a:extLst>
          </p:cNvPr>
          <p:cNvSpPr>
            <a:spLocks noGrp="1"/>
          </p:cNvSpPr>
          <p:nvPr>
            <p:ph type="title"/>
          </p:nvPr>
        </p:nvSpPr>
        <p:spPr>
          <a:xfrm>
            <a:off x="1249680" y="190500"/>
            <a:ext cx="10036292" cy="773776"/>
          </a:xfrm>
        </p:spPr>
        <p:txBody>
          <a:bodyPr>
            <a:normAutofit fontScale="90000"/>
          </a:bodyPr>
          <a:lstStyle/>
          <a:p>
            <a:r>
              <a:rPr lang="en-US" sz="4800" b="1" dirty="0"/>
              <a:t>Why API Security</a:t>
            </a:r>
            <a:endParaRPr lang="en-US" dirty="0"/>
          </a:p>
        </p:txBody>
      </p:sp>
      <p:sp>
        <p:nvSpPr>
          <p:cNvPr id="8" name="Slide Number Placeholder 7">
            <a:extLst>
              <a:ext uri="{FF2B5EF4-FFF2-40B4-BE49-F238E27FC236}">
                <a16:creationId xmlns:a16="http://schemas.microsoft.com/office/drawing/2014/main" id="{99800B7A-B486-4409-9EDD-0A7B9628EDE8}"/>
              </a:ext>
            </a:extLst>
          </p:cNvPr>
          <p:cNvSpPr>
            <a:spLocks noGrp="1"/>
          </p:cNvSpPr>
          <p:nvPr>
            <p:ph type="sldNum" sz="quarter" idx="12"/>
          </p:nvPr>
        </p:nvSpPr>
        <p:spPr>
          <a:xfrm>
            <a:off x="11365992" y="6356350"/>
            <a:ext cx="630936" cy="365125"/>
          </a:xfrm>
        </p:spPr>
        <p:txBody>
          <a:bodyPr/>
          <a:lstStyle/>
          <a:p>
            <a:pPr lvl="0"/>
            <a:fld id="{06B786C7-B8F9-4072-AAAA-17258464D730}" type="slidenum">
              <a:rPr lang="en-US" noProof="0" smtClean="0"/>
              <a:pPr lvl="0"/>
              <a:t>5</a:t>
            </a:fld>
            <a:endParaRPr lang="en-US" noProof="0" dirty="0"/>
          </a:p>
        </p:txBody>
      </p:sp>
      <p:pic>
        <p:nvPicPr>
          <p:cNvPr id="1026" name="Picture 2">
            <a:extLst>
              <a:ext uri="{FF2B5EF4-FFF2-40B4-BE49-F238E27FC236}">
                <a16:creationId xmlns:a16="http://schemas.microsoft.com/office/drawing/2014/main" id="{822070D3-EACA-5F0D-4964-0CD3E1F351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0389" y="3298456"/>
            <a:ext cx="9619154" cy="2148065"/>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a:extLst>
              <a:ext uri="{FF2B5EF4-FFF2-40B4-BE49-F238E27FC236}">
                <a16:creationId xmlns:a16="http://schemas.microsoft.com/office/drawing/2014/main" id="{9CB87296-C90C-9525-B8EC-E9F96F94D6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2607" y="1411480"/>
            <a:ext cx="10923366" cy="45794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09530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32">
            <a:extLst>
              <a:ext uri="{FF2B5EF4-FFF2-40B4-BE49-F238E27FC236}">
                <a16:creationId xmlns:a16="http://schemas.microsoft.com/office/drawing/2014/main" id="{2D22322F-E79D-4BEF-8038-DE2C8F5CCA40}"/>
              </a:ext>
            </a:extLst>
          </p:cNvPr>
          <p:cNvSpPr>
            <a:spLocks noGrp="1"/>
          </p:cNvSpPr>
          <p:nvPr>
            <p:ph type="title"/>
          </p:nvPr>
        </p:nvSpPr>
        <p:spPr>
          <a:xfrm>
            <a:off x="1249680" y="190500"/>
            <a:ext cx="10036292" cy="773776"/>
          </a:xfrm>
        </p:spPr>
        <p:txBody>
          <a:bodyPr>
            <a:normAutofit fontScale="90000"/>
          </a:bodyPr>
          <a:lstStyle/>
          <a:p>
            <a:r>
              <a:rPr lang="en-US" sz="4800" b="1" dirty="0"/>
              <a:t>Why API Security</a:t>
            </a:r>
            <a:endParaRPr lang="en-US" dirty="0"/>
          </a:p>
        </p:txBody>
      </p:sp>
      <p:sp>
        <p:nvSpPr>
          <p:cNvPr id="8" name="Slide Number Placeholder 7">
            <a:extLst>
              <a:ext uri="{FF2B5EF4-FFF2-40B4-BE49-F238E27FC236}">
                <a16:creationId xmlns:a16="http://schemas.microsoft.com/office/drawing/2014/main" id="{99800B7A-B486-4409-9EDD-0A7B9628EDE8}"/>
              </a:ext>
            </a:extLst>
          </p:cNvPr>
          <p:cNvSpPr>
            <a:spLocks noGrp="1"/>
          </p:cNvSpPr>
          <p:nvPr>
            <p:ph type="sldNum" sz="quarter" idx="12"/>
          </p:nvPr>
        </p:nvSpPr>
        <p:spPr>
          <a:xfrm>
            <a:off x="11365992" y="6356350"/>
            <a:ext cx="630936" cy="365125"/>
          </a:xfrm>
        </p:spPr>
        <p:txBody>
          <a:bodyPr/>
          <a:lstStyle/>
          <a:p>
            <a:pPr lvl="0"/>
            <a:fld id="{06B786C7-B8F9-4072-AAAA-17258464D730}" type="slidenum">
              <a:rPr lang="en-US" noProof="0" smtClean="0"/>
              <a:pPr lvl="0"/>
              <a:t>6</a:t>
            </a:fld>
            <a:endParaRPr lang="en-US" noProof="0" dirty="0"/>
          </a:p>
        </p:txBody>
      </p:sp>
      <p:pic>
        <p:nvPicPr>
          <p:cNvPr id="3074" name="Picture 2">
            <a:extLst>
              <a:ext uri="{FF2B5EF4-FFF2-40B4-BE49-F238E27FC236}">
                <a16:creationId xmlns:a16="http://schemas.microsoft.com/office/drawing/2014/main" id="{73A99121-890B-A2B5-63D3-7DAB8731C1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0262" y="1434662"/>
            <a:ext cx="11161986" cy="49216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63654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32">
            <a:extLst>
              <a:ext uri="{FF2B5EF4-FFF2-40B4-BE49-F238E27FC236}">
                <a16:creationId xmlns:a16="http://schemas.microsoft.com/office/drawing/2014/main" id="{2D22322F-E79D-4BEF-8038-DE2C8F5CCA40}"/>
              </a:ext>
            </a:extLst>
          </p:cNvPr>
          <p:cNvSpPr>
            <a:spLocks noGrp="1"/>
          </p:cNvSpPr>
          <p:nvPr>
            <p:ph type="title"/>
          </p:nvPr>
        </p:nvSpPr>
        <p:spPr>
          <a:xfrm>
            <a:off x="1249680" y="190500"/>
            <a:ext cx="10036292" cy="773776"/>
          </a:xfrm>
        </p:spPr>
        <p:txBody>
          <a:bodyPr>
            <a:normAutofit fontScale="90000"/>
          </a:bodyPr>
          <a:lstStyle/>
          <a:p>
            <a:r>
              <a:rPr lang="en-US" sz="4800" b="1" dirty="0"/>
              <a:t>Why API Security</a:t>
            </a:r>
            <a:endParaRPr lang="en-US" dirty="0"/>
          </a:p>
        </p:txBody>
      </p:sp>
      <p:sp>
        <p:nvSpPr>
          <p:cNvPr id="8" name="Slide Number Placeholder 7">
            <a:extLst>
              <a:ext uri="{FF2B5EF4-FFF2-40B4-BE49-F238E27FC236}">
                <a16:creationId xmlns:a16="http://schemas.microsoft.com/office/drawing/2014/main" id="{99800B7A-B486-4409-9EDD-0A7B9628EDE8}"/>
              </a:ext>
            </a:extLst>
          </p:cNvPr>
          <p:cNvSpPr>
            <a:spLocks noGrp="1"/>
          </p:cNvSpPr>
          <p:nvPr>
            <p:ph type="sldNum" sz="quarter" idx="12"/>
          </p:nvPr>
        </p:nvSpPr>
        <p:spPr>
          <a:xfrm>
            <a:off x="11365992" y="6356350"/>
            <a:ext cx="630936" cy="365125"/>
          </a:xfrm>
        </p:spPr>
        <p:txBody>
          <a:bodyPr/>
          <a:lstStyle/>
          <a:p>
            <a:pPr lvl="0"/>
            <a:fld id="{06B786C7-B8F9-4072-AAAA-17258464D730}" type="slidenum">
              <a:rPr lang="en-US" noProof="0" smtClean="0"/>
              <a:pPr lvl="0"/>
              <a:t>7</a:t>
            </a:fld>
            <a:endParaRPr lang="en-US" noProof="0" dirty="0"/>
          </a:p>
        </p:txBody>
      </p:sp>
      <p:pic>
        <p:nvPicPr>
          <p:cNvPr id="4098" name="Picture 2">
            <a:extLst>
              <a:ext uri="{FF2B5EF4-FFF2-40B4-BE49-F238E27FC236}">
                <a16:creationId xmlns:a16="http://schemas.microsoft.com/office/drawing/2014/main" id="{14159F4B-2788-FD1A-A7AD-F5A6094498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434" y="1560786"/>
            <a:ext cx="11130456" cy="47955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72657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32">
            <a:extLst>
              <a:ext uri="{FF2B5EF4-FFF2-40B4-BE49-F238E27FC236}">
                <a16:creationId xmlns:a16="http://schemas.microsoft.com/office/drawing/2014/main" id="{2D22322F-E79D-4BEF-8038-DE2C8F5CCA40}"/>
              </a:ext>
            </a:extLst>
          </p:cNvPr>
          <p:cNvSpPr>
            <a:spLocks noGrp="1"/>
          </p:cNvSpPr>
          <p:nvPr>
            <p:ph type="title"/>
          </p:nvPr>
        </p:nvSpPr>
        <p:spPr>
          <a:xfrm>
            <a:off x="1249680" y="190500"/>
            <a:ext cx="10036292" cy="773776"/>
          </a:xfrm>
        </p:spPr>
        <p:txBody>
          <a:bodyPr>
            <a:normAutofit fontScale="90000"/>
          </a:bodyPr>
          <a:lstStyle/>
          <a:p>
            <a:r>
              <a:rPr lang="en-US" sz="4800" b="1" dirty="0"/>
              <a:t>Why API Security</a:t>
            </a:r>
            <a:endParaRPr lang="en-US" dirty="0"/>
          </a:p>
        </p:txBody>
      </p:sp>
      <p:sp>
        <p:nvSpPr>
          <p:cNvPr id="8" name="Slide Number Placeholder 7">
            <a:extLst>
              <a:ext uri="{FF2B5EF4-FFF2-40B4-BE49-F238E27FC236}">
                <a16:creationId xmlns:a16="http://schemas.microsoft.com/office/drawing/2014/main" id="{99800B7A-B486-4409-9EDD-0A7B9628EDE8}"/>
              </a:ext>
            </a:extLst>
          </p:cNvPr>
          <p:cNvSpPr>
            <a:spLocks noGrp="1"/>
          </p:cNvSpPr>
          <p:nvPr>
            <p:ph type="sldNum" sz="quarter" idx="12"/>
          </p:nvPr>
        </p:nvSpPr>
        <p:spPr>
          <a:xfrm>
            <a:off x="11365992" y="6356350"/>
            <a:ext cx="630936" cy="365125"/>
          </a:xfrm>
        </p:spPr>
        <p:txBody>
          <a:bodyPr/>
          <a:lstStyle/>
          <a:p>
            <a:pPr lvl="0"/>
            <a:fld id="{06B786C7-B8F9-4072-AAAA-17258464D730}" type="slidenum">
              <a:rPr lang="en-US" noProof="0" smtClean="0"/>
              <a:pPr lvl="0"/>
              <a:t>8</a:t>
            </a:fld>
            <a:endParaRPr lang="en-US" noProof="0" dirty="0"/>
          </a:p>
        </p:txBody>
      </p:sp>
      <p:pic>
        <p:nvPicPr>
          <p:cNvPr id="5122" name="Picture 2">
            <a:extLst>
              <a:ext uri="{FF2B5EF4-FFF2-40B4-BE49-F238E27FC236}">
                <a16:creationId xmlns:a16="http://schemas.microsoft.com/office/drawing/2014/main" id="{B758E35B-915E-33B4-FCC4-9EB6FD8543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0262" y="1671144"/>
            <a:ext cx="11177752" cy="45562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89547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32">
            <a:extLst>
              <a:ext uri="{FF2B5EF4-FFF2-40B4-BE49-F238E27FC236}">
                <a16:creationId xmlns:a16="http://schemas.microsoft.com/office/drawing/2014/main" id="{2D22322F-E79D-4BEF-8038-DE2C8F5CCA40}"/>
              </a:ext>
            </a:extLst>
          </p:cNvPr>
          <p:cNvSpPr>
            <a:spLocks noGrp="1"/>
          </p:cNvSpPr>
          <p:nvPr>
            <p:ph type="title"/>
          </p:nvPr>
        </p:nvSpPr>
        <p:spPr>
          <a:xfrm>
            <a:off x="1249680" y="190500"/>
            <a:ext cx="10036292" cy="773776"/>
          </a:xfrm>
        </p:spPr>
        <p:txBody>
          <a:bodyPr>
            <a:normAutofit fontScale="90000"/>
          </a:bodyPr>
          <a:lstStyle/>
          <a:p>
            <a:r>
              <a:rPr lang="en-US" sz="4800" b="1" dirty="0"/>
              <a:t>Why API Security</a:t>
            </a:r>
            <a:endParaRPr lang="en-US" dirty="0"/>
          </a:p>
        </p:txBody>
      </p:sp>
      <p:sp>
        <p:nvSpPr>
          <p:cNvPr id="8" name="Slide Number Placeholder 7">
            <a:extLst>
              <a:ext uri="{FF2B5EF4-FFF2-40B4-BE49-F238E27FC236}">
                <a16:creationId xmlns:a16="http://schemas.microsoft.com/office/drawing/2014/main" id="{99800B7A-B486-4409-9EDD-0A7B9628EDE8}"/>
              </a:ext>
            </a:extLst>
          </p:cNvPr>
          <p:cNvSpPr>
            <a:spLocks noGrp="1"/>
          </p:cNvSpPr>
          <p:nvPr>
            <p:ph type="sldNum" sz="quarter" idx="12"/>
          </p:nvPr>
        </p:nvSpPr>
        <p:spPr>
          <a:xfrm>
            <a:off x="11365992" y="6356350"/>
            <a:ext cx="630936" cy="365125"/>
          </a:xfrm>
        </p:spPr>
        <p:txBody>
          <a:bodyPr/>
          <a:lstStyle/>
          <a:p>
            <a:pPr lvl="0"/>
            <a:fld id="{06B786C7-B8F9-4072-AAAA-17258464D730}" type="slidenum">
              <a:rPr lang="en-US" noProof="0" smtClean="0"/>
              <a:pPr lvl="0"/>
              <a:t>9</a:t>
            </a:fld>
            <a:endParaRPr lang="en-US" noProof="0" dirty="0"/>
          </a:p>
        </p:txBody>
      </p:sp>
      <p:pic>
        <p:nvPicPr>
          <p:cNvPr id="6146" name="Picture 2">
            <a:extLst>
              <a:ext uri="{FF2B5EF4-FFF2-40B4-BE49-F238E27FC236}">
                <a16:creationId xmlns:a16="http://schemas.microsoft.com/office/drawing/2014/main" id="{53992FFA-2A70-30A7-D7FE-0F9454A3C1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0262" y="1308538"/>
            <a:ext cx="11083159" cy="50478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48305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32">
            <a:extLst>
              <a:ext uri="{FF2B5EF4-FFF2-40B4-BE49-F238E27FC236}">
                <a16:creationId xmlns:a16="http://schemas.microsoft.com/office/drawing/2014/main" id="{2D22322F-E79D-4BEF-8038-DE2C8F5CCA40}"/>
              </a:ext>
            </a:extLst>
          </p:cNvPr>
          <p:cNvSpPr>
            <a:spLocks noGrp="1"/>
          </p:cNvSpPr>
          <p:nvPr>
            <p:ph type="title"/>
          </p:nvPr>
        </p:nvSpPr>
        <p:spPr>
          <a:xfrm>
            <a:off x="1249680" y="190500"/>
            <a:ext cx="10036292" cy="773776"/>
          </a:xfrm>
        </p:spPr>
        <p:txBody>
          <a:bodyPr>
            <a:normAutofit fontScale="90000"/>
          </a:bodyPr>
          <a:lstStyle/>
          <a:p>
            <a:r>
              <a:rPr lang="en-IN" dirty="0"/>
              <a:t>Overview of Real-World Breaches</a:t>
            </a:r>
            <a:endParaRPr lang="en-US" dirty="0"/>
          </a:p>
        </p:txBody>
      </p:sp>
      <p:sp>
        <p:nvSpPr>
          <p:cNvPr id="8" name="Slide Number Placeholder 7">
            <a:extLst>
              <a:ext uri="{FF2B5EF4-FFF2-40B4-BE49-F238E27FC236}">
                <a16:creationId xmlns:a16="http://schemas.microsoft.com/office/drawing/2014/main" id="{99800B7A-B486-4409-9EDD-0A7B9628EDE8}"/>
              </a:ext>
            </a:extLst>
          </p:cNvPr>
          <p:cNvSpPr>
            <a:spLocks noGrp="1"/>
          </p:cNvSpPr>
          <p:nvPr>
            <p:ph type="sldNum" sz="quarter" idx="12"/>
          </p:nvPr>
        </p:nvSpPr>
        <p:spPr>
          <a:xfrm>
            <a:off x="11365992" y="6356350"/>
            <a:ext cx="630936" cy="365125"/>
          </a:xfrm>
        </p:spPr>
        <p:txBody>
          <a:bodyPr/>
          <a:lstStyle/>
          <a:p>
            <a:pPr lvl="0"/>
            <a:r>
              <a:rPr lang="en-US" noProof="0" dirty="0"/>
              <a:t>9</a:t>
            </a:r>
          </a:p>
        </p:txBody>
      </p:sp>
      <p:pic>
        <p:nvPicPr>
          <p:cNvPr id="7170" name="Picture 2">
            <a:extLst>
              <a:ext uri="{FF2B5EF4-FFF2-40B4-BE49-F238E27FC236}">
                <a16:creationId xmlns:a16="http://schemas.microsoft.com/office/drawing/2014/main" id="{306ABF90-2B1F-68C8-4E23-B651BD8158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8372" y="1434662"/>
            <a:ext cx="11225049" cy="49216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66636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32">
            <a:extLst>
              <a:ext uri="{FF2B5EF4-FFF2-40B4-BE49-F238E27FC236}">
                <a16:creationId xmlns:a16="http://schemas.microsoft.com/office/drawing/2014/main" id="{2D22322F-E79D-4BEF-8038-DE2C8F5CCA40}"/>
              </a:ext>
            </a:extLst>
          </p:cNvPr>
          <p:cNvSpPr>
            <a:spLocks noGrp="1"/>
          </p:cNvSpPr>
          <p:nvPr>
            <p:ph type="title"/>
          </p:nvPr>
        </p:nvSpPr>
        <p:spPr>
          <a:xfrm>
            <a:off x="1249680" y="190500"/>
            <a:ext cx="10036292" cy="773776"/>
          </a:xfrm>
        </p:spPr>
        <p:txBody>
          <a:bodyPr>
            <a:normAutofit fontScale="90000"/>
          </a:bodyPr>
          <a:lstStyle/>
          <a:p>
            <a:r>
              <a:rPr lang="en-IN" dirty="0"/>
              <a:t>Overview of Real-World Breaches</a:t>
            </a:r>
            <a:endParaRPr lang="en-US" dirty="0"/>
          </a:p>
        </p:txBody>
      </p:sp>
      <p:sp>
        <p:nvSpPr>
          <p:cNvPr id="8" name="Slide Number Placeholder 7">
            <a:extLst>
              <a:ext uri="{FF2B5EF4-FFF2-40B4-BE49-F238E27FC236}">
                <a16:creationId xmlns:a16="http://schemas.microsoft.com/office/drawing/2014/main" id="{99800B7A-B486-4409-9EDD-0A7B9628EDE8}"/>
              </a:ext>
            </a:extLst>
          </p:cNvPr>
          <p:cNvSpPr>
            <a:spLocks noGrp="1"/>
          </p:cNvSpPr>
          <p:nvPr>
            <p:ph type="sldNum" sz="quarter" idx="12"/>
          </p:nvPr>
        </p:nvSpPr>
        <p:spPr>
          <a:xfrm>
            <a:off x="11365992" y="6356350"/>
            <a:ext cx="630936" cy="365125"/>
          </a:xfrm>
        </p:spPr>
        <p:txBody>
          <a:bodyPr/>
          <a:lstStyle/>
          <a:p>
            <a:pPr lvl="0"/>
            <a:r>
              <a:rPr lang="en-US" noProof="0" dirty="0"/>
              <a:t>9</a:t>
            </a:r>
          </a:p>
        </p:txBody>
      </p:sp>
      <p:pic>
        <p:nvPicPr>
          <p:cNvPr id="3" name="Picture 2">
            <a:extLst>
              <a:ext uri="{FF2B5EF4-FFF2-40B4-BE49-F238E27FC236}">
                <a16:creationId xmlns:a16="http://schemas.microsoft.com/office/drawing/2014/main" id="{A5C9BD17-47BB-F7EA-7C8C-6C4838FCF116}"/>
              </a:ext>
            </a:extLst>
          </p:cNvPr>
          <p:cNvPicPr>
            <a:picLocks noChangeAspect="1"/>
          </p:cNvPicPr>
          <p:nvPr/>
        </p:nvPicPr>
        <p:blipFill>
          <a:blip r:embed="rId3"/>
          <a:stretch>
            <a:fillRect/>
          </a:stretch>
        </p:blipFill>
        <p:spPr>
          <a:xfrm>
            <a:off x="2752258" y="1923840"/>
            <a:ext cx="6687483" cy="3010320"/>
          </a:xfrm>
          <a:prstGeom prst="rect">
            <a:avLst/>
          </a:prstGeom>
        </p:spPr>
      </p:pic>
    </p:spTree>
    <p:extLst>
      <p:ext uri="{BB962C8B-B14F-4D97-AF65-F5344CB8AC3E}">
        <p14:creationId xmlns:p14="http://schemas.microsoft.com/office/powerpoint/2010/main" val="18658427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32">
            <a:extLst>
              <a:ext uri="{FF2B5EF4-FFF2-40B4-BE49-F238E27FC236}">
                <a16:creationId xmlns:a16="http://schemas.microsoft.com/office/drawing/2014/main" id="{2D22322F-E79D-4BEF-8038-DE2C8F5CCA40}"/>
              </a:ext>
            </a:extLst>
          </p:cNvPr>
          <p:cNvSpPr>
            <a:spLocks noGrp="1"/>
          </p:cNvSpPr>
          <p:nvPr>
            <p:ph type="title"/>
          </p:nvPr>
        </p:nvSpPr>
        <p:spPr>
          <a:xfrm>
            <a:off x="1249680" y="190500"/>
            <a:ext cx="10036292" cy="773776"/>
          </a:xfrm>
        </p:spPr>
        <p:txBody>
          <a:bodyPr>
            <a:normAutofit fontScale="90000"/>
          </a:bodyPr>
          <a:lstStyle/>
          <a:p>
            <a:r>
              <a:rPr lang="en-IN" dirty="0"/>
              <a:t>OWASP Top 10 Background</a:t>
            </a:r>
            <a:endParaRPr lang="en-US" dirty="0"/>
          </a:p>
        </p:txBody>
      </p:sp>
      <p:sp>
        <p:nvSpPr>
          <p:cNvPr id="8" name="Slide Number Placeholder 7">
            <a:extLst>
              <a:ext uri="{FF2B5EF4-FFF2-40B4-BE49-F238E27FC236}">
                <a16:creationId xmlns:a16="http://schemas.microsoft.com/office/drawing/2014/main" id="{99800B7A-B486-4409-9EDD-0A7B9628EDE8}"/>
              </a:ext>
            </a:extLst>
          </p:cNvPr>
          <p:cNvSpPr>
            <a:spLocks noGrp="1"/>
          </p:cNvSpPr>
          <p:nvPr>
            <p:ph type="sldNum" sz="quarter" idx="12"/>
          </p:nvPr>
        </p:nvSpPr>
        <p:spPr>
          <a:xfrm>
            <a:off x="11365992" y="6356350"/>
            <a:ext cx="630936" cy="365125"/>
          </a:xfrm>
        </p:spPr>
        <p:txBody>
          <a:bodyPr/>
          <a:lstStyle/>
          <a:p>
            <a:pPr lvl="0"/>
            <a:r>
              <a:rPr lang="en-US" dirty="0"/>
              <a:t>10</a:t>
            </a:r>
            <a:endParaRPr lang="en-US" noProof="0" dirty="0"/>
          </a:p>
        </p:txBody>
      </p:sp>
      <p:pic>
        <p:nvPicPr>
          <p:cNvPr id="8194" name="Picture 2">
            <a:extLst>
              <a:ext uri="{FF2B5EF4-FFF2-40B4-BE49-F238E27FC236}">
                <a16:creationId xmlns:a16="http://schemas.microsoft.com/office/drawing/2014/main" id="{9F0C50AE-7BCC-FA3B-59B3-B689E944FA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966" y="1434662"/>
            <a:ext cx="11177751" cy="49216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88125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32">
            <a:extLst>
              <a:ext uri="{FF2B5EF4-FFF2-40B4-BE49-F238E27FC236}">
                <a16:creationId xmlns:a16="http://schemas.microsoft.com/office/drawing/2014/main" id="{2D22322F-E79D-4BEF-8038-DE2C8F5CCA40}"/>
              </a:ext>
            </a:extLst>
          </p:cNvPr>
          <p:cNvSpPr>
            <a:spLocks noGrp="1"/>
          </p:cNvSpPr>
          <p:nvPr>
            <p:ph type="title"/>
          </p:nvPr>
        </p:nvSpPr>
        <p:spPr>
          <a:xfrm>
            <a:off x="1249680" y="190500"/>
            <a:ext cx="10036292" cy="773776"/>
          </a:xfrm>
        </p:spPr>
        <p:txBody>
          <a:bodyPr>
            <a:normAutofit fontScale="90000"/>
          </a:bodyPr>
          <a:lstStyle/>
          <a:p>
            <a:r>
              <a:rPr lang="en-US" dirty="0"/>
              <a:t>2023 OWASP API Security Top 10</a:t>
            </a:r>
          </a:p>
        </p:txBody>
      </p:sp>
      <p:pic>
        <p:nvPicPr>
          <p:cNvPr id="9218" name="Picture 2">
            <a:extLst>
              <a:ext uri="{FF2B5EF4-FFF2-40B4-BE49-F238E27FC236}">
                <a16:creationId xmlns:a16="http://schemas.microsoft.com/office/drawing/2014/main" id="{610A18F1-3F5B-B50D-CA6F-56A636AF56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2606" y="1387366"/>
            <a:ext cx="11114691" cy="4968984"/>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7">
            <a:extLst>
              <a:ext uri="{FF2B5EF4-FFF2-40B4-BE49-F238E27FC236}">
                <a16:creationId xmlns:a16="http://schemas.microsoft.com/office/drawing/2014/main" id="{6C9B07F7-F40E-990E-DA9A-CC1DCE1AD842}"/>
              </a:ext>
            </a:extLst>
          </p:cNvPr>
          <p:cNvSpPr>
            <a:spLocks noGrp="1"/>
          </p:cNvSpPr>
          <p:nvPr>
            <p:ph type="sldNum" sz="quarter" idx="12"/>
          </p:nvPr>
        </p:nvSpPr>
        <p:spPr>
          <a:xfrm>
            <a:off x="11365992" y="6356350"/>
            <a:ext cx="630936" cy="365125"/>
          </a:xfrm>
        </p:spPr>
        <p:txBody>
          <a:bodyPr/>
          <a:lstStyle/>
          <a:p>
            <a:pPr lvl="0"/>
            <a:r>
              <a:rPr lang="en-US" dirty="0"/>
              <a:t>11</a:t>
            </a:r>
            <a:endParaRPr lang="en-US" noProof="0" dirty="0"/>
          </a:p>
        </p:txBody>
      </p:sp>
    </p:spTree>
    <p:extLst>
      <p:ext uri="{BB962C8B-B14F-4D97-AF65-F5344CB8AC3E}">
        <p14:creationId xmlns:p14="http://schemas.microsoft.com/office/powerpoint/2010/main" val="10611030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32">
            <a:extLst>
              <a:ext uri="{FF2B5EF4-FFF2-40B4-BE49-F238E27FC236}">
                <a16:creationId xmlns:a16="http://schemas.microsoft.com/office/drawing/2014/main" id="{2D22322F-E79D-4BEF-8038-DE2C8F5CCA40}"/>
              </a:ext>
            </a:extLst>
          </p:cNvPr>
          <p:cNvSpPr>
            <a:spLocks noGrp="1"/>
          </p:cNvSpPr>
          <p:nvPr>
            <p:ph type="title"/>
          </p:nvPr>
        </p:nvSpPr>
        <p:spPr>
          <a:xfrm>
            <a:off x="1249680" y="190500"/>
            <a:ext cx="10036292" cy="773776"/>
          </a:xfrm>
        </p:spPr>
        <p:txBody>
          <a:bodyPr>
            <a:normAutofit/>
          </a:bodyPr>
          <a:lstStyle/>
          <a:p>
            <a:r>
              <a:rPr lang="en-US" sz="3200" dirty="0"/>
              <a:t>API1:2023 Broken Object Level Authorization</a:t>
            </a:r>
          </a:p>
        </p:txBody>
      </p:sp>
      <p:pic>
        <p:nvPicPr>
          <p:cNvPr id="10242" name="Picture 2">
            <a:extLst>
              <a:ext uri="{FF2B5EF4-FFF2-40B4-BE49-F238E27FC236}">
                <a16:creationId xmlns:a16="http://schemas.microsoft.com/office/drawing/2014/main" id="{DF066225-3B1E-9FA2-BF0D-85B70AF004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4497" y="1324303"/>
            <a:ext cx="10988565" cy="5202622"/>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7">
            <a:extLst>
              <a:ext uri="{FF2B5EF4-FFF2-40B4-BE49-F238E27FC236}">
                <a16:creationId xmlns:a16="http://schemas.microsoft.com/office/drawing/2014/main" id="{7890D492-7695-8486-5FB1-776B20BF7663}"/>
              </a:ext>
            </a:extLst>
          </p:cNvPr>
          <p:cNvSpPr>
            <a:spLocks noGrp="1"/>
          </p:cNvSpPr>
          <p:nvPr>
            <p:ph type="sldNum" sz="quarter" idx="12"/>
          </p:nvPr>
        </p:nvSpPr>
        <p:spPr>
          <a:xfrm>
            <a:off x="11365992" y="6356350"/>
            <a:ext cx="630936" cy="365125"/>
          </a:xfrm>
        </p:spPr>
        <p:txBody>
          <a:bodyPr/>
          <a:lstStyle/>
          <a:p>
            <a:pPr lvl="0"/>
            <a:r>
              <a:rPr lang="en-US" dirty="0"/>
              <a:t>12</a:t>
            </a:r>
            <a:endParaRPr lang="en-US" noProof="0" dirty="0"/>
          </a:p>
        </p:txBody>
      </p:sp>
    </p:spTree>
    <p:extLst>
      <p:ext uri="{BB962C8B-B14F-4D97-AF65-F5344CB8AC3E}">
        <p14:creationId xmlns:p14="http://schemas.microsoft.com/office/powerpoint/2010/main" val="18383433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A92E93D-8BFB-4A21-A47E-78B6DCA21146}"/>
              </a:ext>
            </a:extLst>
          </p:cNvPr>
          <p:cNvSpPr>
            <a:spLocks noGrp="1"/>
          </p:cNvSpPr>
          <p:nvPr>
            <p:ph type="title"/>
          </p:nvPr>
        </p:nvSpPr>
        <p:spPr>
          <a:xfrm>
            <a:off x="647698" y="484494"/>
            <a:ext cx="5800867" cy="1569493"/>
          </a:xfrm>
        </p:spPr>
        <p:txBody>
          <a:bodyPr/>
          <a:lstStyle/>
          <a:p>
            <a:r>
              <a:rPr lang="en-US" dirty="0"/>
              <a:t>Summary</a:t>
            </a:r>
          </a:p>
        </p:txBody>
      </p:sp>
      <p:sp>
        <p:nvSpPr>
          <p:cNvPr id="10" name="Content Placeholder 9">
            <a:extLst>
              <a:ext uri="{FF2B5EF4-FFF2-40B4-BE49-F238E27FC236}">
                <a16:creationId xmlns:a16="http://schemas.microsoft.com/office/drawing/2014/main" id="{C69C1BDB-253B-4642-94A7-F84048E562F7}"/>
              </a:ext>
            </a:extLst>
          </p:cNvPr>
          <p:cNvSpPr>
            <a:spLocks noGrp="1"/>
          </p:cNvSpPr>
          <p:nvPr>
            <p:ph idx="1"/>
          </p:nvPr>
        </p:nvSpPr>
        <p:spPr>
          <a:xfrm>
            <a:off x="647702" y="2156346"/>
            <a:ext cx="5800866" cy="3963937"/>
          </a:xfrm>
        </p:spPr>
        <p:txBody>
          <a:bodyPr/>
          <a:lstStyle/>
          <a:p>
            <a:endParaRPr lang="en-US" dirty="0"/>
          </a:p>
        </p:txBody>
      </p:sp>
      <p:sp>
        <p:nvSpPr>
          <p:cNvPr id="16" name="Footer Placeholder 15">
            <a:extLst>
              <a:ext uri="{FF2B5EF4-FFF2-40B4-BE49-F238E27FC236}">
                <a16:creationId xmlns:a16="http://schemas.microsoft.com/office/drawing/2014/main" id="{C394FA6A-80EA-46C1-8A4C-B4D8E90A7BCE}"/>
              </a:ext>
            </a:extLst>
          </p:cNvPr>
          <p:cNvSpPr>
            <a:spLocks noGrp="1"/>
          </p:cNvSpPr>
          <p:nvPr>
            <p:ph type="ftr" sz="quarter" idx="11"/>
          </p:nvPr>
        </p:nvSpPr>
        <p:spPr>
          <a:xfrm>
            <a:off x="199277" y="6356350"/>
            <a:ext cx="3877423" cy="365125"/>
          </a:xfrm>
        </p:spPr>
        <p:txBody>
          <a:bodyPr/>
          <a:lstStyle/>
          <a:p>
            <a:pPr lvl="0"/>
            <a:r>
              <a:rPr lang="en-US" noProof="0" dirty="0"/>
              <a:t>Presentation title</a:t>
            </a:r>
          </a:p>
        </p:txBody>
      </p:sp>
      <p:pic>
        <p:nvPicPr>
          <p:cNvPr id="23" name="Picture Placeholder 22" descr="A picture containing mountain, outdoor, sky, rock, tent">
            <a:extLst>
              <a:ext uri="{FF2B5EF4-FFF2-40B4-BE49-F238E27FC236}">
                <a16:creationId xmlns:a16="http://schemas.microsoft.com/office/drawing/2014/main" id="{37330047-BDCE-48AE-A7A5-A6A79A7D2923}"/>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6700838" y="665163"/>
            <a:ext cx="2214562" cy="2513012"/>
          </a:xfrm>
        </p:spPr>
      </p:pic>
      <p:pic>
        <p:nvPicPr>
          <p:cNvPr id="53" name="Picture Placeholder 52" descr="A picture containing mountain, sky, snow, outdoor">
            <a:extLst>
              <a:ext uri="{FF2B5EF4-FFF2-40B4-BE49-F238E27FC236}">
                <a16:creationId xmlns:a16="http://schemas.microsoft.com/office/drawing/2014/main" id="{9AFE6654-29BC-4F7D-9F69-C78DCCF2A7AC}"/>
              </a:ext>
            </a:extLst>
          </p:cNvPr>
          <p:cNvPicPr>
            <a:picLocks noGrp="1" noChangeAspect="1"/>
          </p:cNvPicPr>
          <p:nvPr>
            <p:ph type="pic" sz="quarter" idx="14"/>
          </p:nvPr>
        </p:nvPicPr>
        <p:blipFill rotWithShape="1">
          <a:blip r:embed="rId3" cstate="screen">
            <a:extLst>
              <a:ext uri="{28A0092B-C50C-407E-A947-70E740481C1C}">
                <a14:useLocalDpi xmlns:a14="http://schemas.microsoft.com/office/drawing/2010/main" val="0"/>
              </a:ext>
            </a:extLst>
          </a:blip>
          <a:srcRect/>
          <a:stretch/>
        </p:blipFill>
        <p:spPr>
          <a:xfrm>
            <a:off x="9329737" y="665579"/>
            <a:ext cx="2214562" cy="2513012"/>
          </a:xfrm>
        </p:spPr>
      </p:pic>
      <p:pic>
        <p:nvPicPr>
          <p:cNvPr id="19" name="Picture Placeholder 18" descr="A picture containing outdoor, mountain, sky, nature">
            <a:extLst>
              <a:ext uri="{FF2B5EF4-FFF2-40B4-BE49-F238E27FC236}">
                <a16:creationId xmlns:a16="http://schemas.microsoft.com/office/drawing/2014/main" id="{AA7C515C-968D-4E0E-AE9F-2B4791B73F84}"/>
              </a:ext>
            </a:extLst>
          </p:cNvPr>
          <p:cNvPicPr>
            <a:picLocks noGrp="1" noChangeAspect="1"/>
          </p:cNvPicPr>
          <p:nvPr>
            <p:ph type="pic" sz="quarter" idx="15"/>
          </p:nvPr>
        </p:nvPicPr>
        <p:blipFill rotWithShape="1">
          <a:blip r:embed="rId4" cstate="screen">
            <a:extLst>
              <a:ext uri="{28A0092B-C50C-407E-A947-70E740481C1C}">
                <a14:useLocalDpi xmlns:a14="http://schemas.microsoft.com/office/drawing/2010/main" val="0"/>
              </a:ext>
            </a:extLst>
          </a:blip>
          <a:srcRect/>
          <a:stretch/>
        </p:blipFill>
        <p:spPr>
          <a:xfrm>
            <a:off x="6700854" y="3607271"/>
            <a:ext cx="2214562" cy="2513012"/>
          </a:xfrm>
        </p:spPr>
      </p:pic>
      <p:pic>
        <p:nvPicPr>
          <p:cNvPr id="25" name="Picture Placeholder 24" descr="A picture containing nature, outdoor, mountain, night sky">
            <a:extLst>
              <a:ext uri="{FF2B5EF4-FFF2-40B4-BE49-F238E27FC236}">
                <a16:creationId xmlns:a16="http://schemas.microsoft.com/office/drawing/2014/main" id="{74AF03B6-7ED2-47DC-A5B8-3F7DB422CEA5}"/>
              </a:ext>
            </a:extLst>
          </p:cNvPr>
          <p:cNvPicPr>
            <a:picLocks noGrp="1" noChangeAspect="1"/>
          </p:cNvPicPr>
          <p:nvPr>
            <p:ph type="pic" sz="quarter" idx="16"/>
          </p:nvPr>
        </p:nvPicPr>
        <p:blipFill rotWithShape="1">
          <a:blip r:embed="rId5" cstate="screen">
            <a:extLst>
              <a:ext uri="{28A0092B-C50C-407E-A947-70E740481C1C}">
                <a14:useLocalDpi xmlns:a14="http://schemas.microsoft.com/office/drawing/2010/main" val="0"/>
              </a:ext>
            </a:extLst>
          </a:blip>
          <a:srcRect/>
          <a:stretch/>
        </p:blipFill>
        <p:spPr>
          <a:xfrm>
            <a:off x="9324845" y="3607271"/>
            <a:ext cx="2214562" cy="2513012"/>
          </a:xfrm>
        </p:spPr>
      </p:pic>
      <p:sp>
        <p:nvSpPr>
          <p:cNvPr id="2" name="Slide Number Placeholder 7">
            <a:extLst>
              <a:ext uri="{FF2B5EF4-FFF2-40B4-BE49-F238E27FC236}">
                <a16:creationId xmlns:a16="http://schemas.microsoft.com/office/drawing/2014/main" id="{6A85B56D-EB85-963F-E8B9-193D8E041B87}"/>
              </a:ext>
            </a:extLst>
          </p:cNvPr>
          <p:cNvSpPr>
            <a:spLocks noGrp="1"/>
          </p:cNvSpPr>
          <p:nvPr>
            <p:ph type="sldNum" sz="quarter" idx="12"/>
          </p:nvPr>
        </p:nvSpPr>
        <p:spPr>
          <a:xfrm>
            <a:off x="11365992" y="6356350"/>
            <a:ext cx="630936" cy="365125"/>
          </a:xfrm>
        </p:spPr>
        <p:txBody>
          <a:bodyPr/>
          <a:lstStyle/>
          <a:p>
            <a:pPr lvl="0"/>
            <a:r>
              <a:rPr lang="en-US" dirty="0"/>
              <a:t>13</a:t>
            </a:r>
            <a:endParaRPr lang="en-US" noProof="0" dirty="0"/>
          </a:p>
        </p:txBody>
      </p:sp>
    </p:spTree>
    <p:extLst>
      <p:ext uri="{BB962C8B-B14F-4D97-AF65-F5344CB8AC3E}">
        <p14:creationId xmlns:p14="http://schemas.microsoft.com/office/powerpoint/2010/main" val="40398082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itle 31">
            <a:extLst>
              <a:ext uri="{FF2B5EF4-FFF2-40B4-BE49-F238E27FC236}">
                <a16:creationId xmlns:a16="http://schemas.microsoft.com/office/drawing/2014/main" id="{30761B21-88ED-449E-B2B9-3FC40844C36D}"/>
              </a:ext>
            </a:extLst>
          </p:cNvPr>
          <p:cNvSpPr>
            <a:spLocks noGrp="1"/>
          </p:cNvSpPr>
          <p:nvPr>
            <p:ph type="ctrTitle"/>
          </p:nvPr>
        </p:nvSpPr>
        <p:spPr>
          <a:xfrm>
            <a:off x="877001" y="4947313"/>
            <a:ext cx="7700617" cy="1409037"/>
          </a:xfrm>
        </p:spPr>
        <p:txBody>
          <a:bodyPr/>
          <a:lstStyle/>
          <a:p>
            <a:r>
              <a:rPr lang="en-US" dirty="0"/>
              <a:t>Thank you</a:t>
            </a:r>
          </a:p>
        </p:txBody>
      </p:sp>
      <p:sp>
        <p:nvSpPr>
          <p:cNvPr id="33" name="Subtitle 32">
            <a:extLst>
              <a:ext uri="{FF2B5EF4-FFF2-40B4-BE49-F238E27FC236}">
                <a16:creationId xmlns:a16="http://schemas.microsoft.com/office/drawing/2014/main" id="{0EEAA874-288B-4330-9FA4-F1144ACD46DE}"/>
              </a:ext>
            </a:extLst>
          </p:cNvPr>
          <p:cNvSpPr>
            <a:spLocks noGrp="1"/>
          </p:cNvSpPr>
          <p:nvPr>
            <p:ph type="subTitle" idx="1"/>
          </p:nvPr>
        </p:nvSpPr>
        <p:spPr>
          <a:xfrm>
            <a:off x="9446252" y="386989"/>
            <a:ext cx="2443495" cy="3758334"/>
          </a:xfrm>
        </p:spPr>
        <p:txBody>
          <a:bodyPr/>
          <a:lstStyle/>
          <a:p>
            <a:r>
              <a:rPr lang="en-US" dirty="0"/>
              <a:t>Presenter name</a:t>
            </a:r>
          </a:p>
          <a:p>
            <a:endParaRPr lang="en-US" dirty="0"/>
          </a:p>
          <a:p>
            <a:r>
              <a:rPr lang="en-US" dirty="0"/>
              <a:t>Email address</a:t>
            </a:r>
          </a:p>
          <a:p>
            <a:endParaRPr lang="en-US" dirty="0"/>
          </a:p>
          <a:p>
            <a:r>
              <a:rPr lang="en-US" dirty="0"/>
              <a:t>Website</a:t>
            </a:r>
          </a:p>
        </p:txBody>
      </p:sp>
      <p:pic>
        <p:nvPicPr>
          <p:cNvPr id="52" name="Picture Placeholder 51" descr="A picture containing sky, outdoor, mountain, nature, stars">
            <a:extLst>
              <a:ext uri="{FF2B5EF4-FFF2-40B4-BE49-F238E27FC236}">
                <a16:creationId xmlns:a16="http://schemas.microsoft.com/office/drawing/2014/main" id="{45DFCBF0-F91E-40C0-A4E6-24E8250C3BAC}"/>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0" y="0"/>
            <a:ext cx="9144000" cy="4532313"/>
          </a:xfrm>
        </p:spPr>
      </p:pic>
      <p:sp>
        <p:nvSpPr>
          <p:cNvPr id="4" name="Footer Placeholder 3">
            <a:extLst>
              <a:ext uri="{FF2B5EF4-FFF2-40B4-BE49-F238E27FC236}">
                <a16:creationId xmlns:a16="http://schemas.microsoft.com/office/drawing/2014/main" id="{BBA09E0B-CEBC-425D-8A86-1F858D8DE9AD}"/>
              </a:ext>
            </a:extLst>
          </p:cNvPr>
          <p:cNvSpPr>
            <a:spLocks noGrp="1"/>
          </p:cNvSpPr>
          <p:nvPr>
            <p:ph type="ftr" sz="quarter" idx="11"/>
          </p:nvPr>
        </p:nvSpPr>
        <p:spPr>
          <a:xfrm>
            <a:off x="201168" y="6356350"/>
            <a:ext cx="4837176" cy="365125"/>
          </a:xfrm>
        </p:spPr>
        <p:txBody>
          <a:bodyPr/>
          <a:lstStyle/>
          <a:p>
            <a:pPr lvl="0"/>
            <a:r>
              <a:rPr lang="en-US" noProof="0" dirty="0"/>
              <a:t>Presentation title</a:t>
            </a:r>
          </a:p>
        </p:txBody>
      </p:sp>
      <p:pic>
        <p:nvPicPr>
          <p:cNvPr id="58" name="Picture Placeholder 57" descr="A picture containing mountain, sky, outdoor, nature">
            <a:extLst>
              <a:ext uri="{FF2B5EF4-FFF2-40B4-BE49-F238E27FC236}">
                <a16:creationId xmlns:a16="http://schemas.microsoft.com/office/drawing/2014/main" id="{A51C462C-6D3B-4554-9CDC-86D00D0EA07A}"/>
              </a:ext>
            </a:extLst>
          </p:cNvPr>
          <p:cNvPicPr>
            <a:picLocks noGrp="1" noChangeAspect="1"/>
          </p:cNvPicPr>
          <p:nvPr>
            <p:ph type="pic" sz="quarter" idx="14"/>
          </p:nvPr>
        </p:nvPicPr>
        <p:blipFill rotWithShape="1">
          <a:blip r:embed="rId3" cstate="screen">
            <a:extLst>
              <a:ext uri="{28A0092B-C50C-407E-A947-70E740481C1C}">
                <a14:useLocalDpi xmlns:a14="http://schemas.microsoft.com/office/drawing/2010/main" val="0"/>
              </a:ext>
            </a:extLst>
          </a:blip>
          <a:srcRect/>
          <a:stretch/>
        </p:blipFill>
        <p:spPr>
          <a:xfrm>
            <a:off x="9144000" y="4532313"/>
            <a:ext cx="3048000" cy="2325687"/>
          </a:xfrm>
        </p:spPr>
      </p:pic>
    </p:spTree>
    <p:extLst>
      <p:ext uri="{BB962C8B-B14F-4D97-AF65-F5344CB8AC3E}">
        <p14:creationId xmlns:p14="http://schemas.microsoft.com/office/powerpoint/2010/main" val="767611276"/>
      </p:ext>
    </p:extLst>
  </p:cSld>
  <p:clrMapOvr>
    <a:masterClrMapping/>
  </p:clrMapOvr>
</p:sld>
</file>

<file path=ppt/theme/theme1.xml><?xml version="1.0" encoding="utf-8"?>
<a:theme xmlns:a="http://schemas.openxmlformats.org/drawingml/2006/main" name="ColorBlockVTI">
  <a:themeElements>
    <a:clrScheme name="ColorBlock Color Scheme">
      <a:dk1>
        <a:sysClr val="windowText" lastClr="000000"/>
      </a:dk1>
      <a:lt1>
        <a:sysClr val="window" lastClr="FFFFFF"/>
      </a:lt1>
      <a:dk2>
        <a:srgbClr val="002044"/>
      </a:dk2>
      <a:lt2>
        <a:srgbClr val="F5F0F3"/>
      </a:lt2>
      <a:accent1>
        <a:srgbClr val="4A41C5"/>
      </a:accent1>
      <a:accent2>
        <a:srgbClr val="37997B"/>
      </a:accent2>
      <a:accent3>
        <a:srgbClr val="17B4DF"/>
      </a:accent3>
      <a:accent4>
        <a:srgbClr val="E69500"/>
      </a:accent4>
      <a:accent5>
        <a:srgbClr val="276D77"/>
      </a:accent5>
      <a:accent6>
        <a:srgbClr val="386ECE"/>
      </a:accent6>
      <a:hlink>
        <a:srgbClr val="AF1DAF"/>
      </a:hlink>
      <a:folHlink>
        <a:srgbClr val="FE5C68"/>
      </a:folHlink>
    </a:clrScheme>
    <a:fontScheme name="Custom 1">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lorBlockVTI" id="{733CB85B-8F47-42FB-9326-9FF507018D27}" vid="{069BD9C2-DF61-4F2B-A577-A59C7FC2FF6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8757C30-AE9A-4680-90EB-19D282EC2B7C}">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A5CCB28C-7D26-4A36-9CFC-D739C28F3D18}">
  <ds:schemaRefs>
    <ds:schemaRef ds:uri="http://schemas.microsoft.com/sharepoint/v3/contenttype/forms"/>
  </ds:schemaRefs>
</ds:datastoreItem>
</file>

<file path=customXml/itemProps3.xml><?xml version="1.0" encoding="utf-8"?>
<ds:datastoreItem xmlns:ds="http://schemas.openxmlformats.org/officeDocument/2006/customXml" ds:itemID="{0AF0BF08-C674-44E3-8BFC-85BC65E095F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Color block design</Template>
  <TotalTime>768</TotalTime>
  <Words>1319</Words>
  <Application>Microsoft Office PowerPoint</Application>
  <PresentationFormat>Widescreen</PresentationFormat>
  <Paragraphs>92</Paragraphs>
  <Slides>16</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Avenir Next LT Pro</vt:lpstr>
      <vt:lpstr>Calibri</vt:lpstr>
      <vt:lpstr>Jakarta Display</vt:lpstr>
      <vt:lpstr>Open Sans</vt:lpstr>
      <vt:lpstr>ColorBlockVTI</vt:lpstr>
      <vt:lpstr>API Security Fundamentals  OWASP API Security Top 10 </vt:lpstr>
      <vt:lpstr>Agenda</vt:lpstr>
      <vt:lpstr>Why API Security</vt:lpstr>
      <vt:lpstr>Why API Security</vt:lpstr>
      <vt:lpstr>Why API Security</vt:lpstr>
      <vt:lpstr>Why API Security</vt:lpstr>
      <vt:lpstr>Why API Security</vt:lpstr>
      <vt:lpstr>Why API Security</vt:lpstr>
      <vt:lpstr>Why API Security</vt:lpstr>
      <vt:lpstr>Overview of Real-World Breaches</vt:lpstr>
      <vt:lpstr>Overview of Real-World Breaches</vt:lpstr>
      <vt:lpstr>OWASP Top 10 Background</vt:lpstr>
      <vt:lpstr>2023 OWASP API Security Top 10</vt:lpstr>
      <vt:lpstr>API1:2023 Broken Object Level Authorization</vt:lpstr>
      <vt:lpstr>Summary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OWASP API Security Top 10 </dc:title>
  <dc:creator>Raj Y</dc:creator>
  <cp:lastModifiedBy>Raj Y</cp:lastModifiedBy>
  <cp:revision>2</cp:revision>
  <dcterms:created xsi:type="dcterms:W3CDTF">2024-05-23T11:58:33Z</dcterms:created>
  <dcterms:modified xsi:type="dcterms:W3CDTF">2024-06-12T15:29:57Z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